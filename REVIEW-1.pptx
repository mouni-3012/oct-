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5" r:id="rId4"/>
    <p:sldId id="267" r:id="rId5"/>
    <p:sldId id="258" r:id="rId6"/>
    <p:sldId id="259" r:id="rId7"/>
    <p:sldId id="284" r:id="rId8"/>
    <p:sldId id="285" r:id="rId9"/>
    <p:sldId id="286" r:id="rId10"/>
    <p:sldId id="268" r:id="rId11"/>
    <p:sldId id="277" r:id="rId12"/>
    <p:sldId id="295" r:id="rId13"/>
    <p:sldId id="269" r:id="rId14"/>
    <p:sldId id="270" r:id="rId15"/>
    <p:sldId id="271" r:id="rId16"/>
    <p:sldId id="296" r:id="rId17"/>
    <p:sldId id="262" r:id="rId18"/>
    <p:sldId id="272" r:id="rId19"/>
    <p:sldId id="264" r:id="rId20"/>
  </p:sldIdLst>
  <p:sldSz cx="10080625" cy="5670550"/>
  <p:notesSz cx="10080625" cy="56705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showMasterPhAnim="0" userDrawn="1">
  <p:cSld name="Blank Slide">
    <p:spTree>
      <p:nvGrpSpPr>
        <p:cNvPr id="1" name=""/>
        <p:cNvGrpSpPr/>
        <p:nvPr/>
      </p:nvGrpSpPr>
      <p:grpSpPr bwMode="auto">
        <a:xfrm>
          <a:off x="0" y="0"/>
          <a:ext cx="0" cy="0"/>
          <a:chOff x="0" y="0"/>
          <a:chExt cx="0" cy="0"/>
        </a:xfrm>
      </p:grpSpPr>
      <p:sp>
        <p:nvSpPr>
          <p:cNvPr id="2" name="PlaceHolder 1"/>
          <p:cNvSpPr>
            <a:spLocks noGrp="1"/>
          </p:cNvSpPr>
          <p:nvPr>
            <p:ph type="ftr" idx="2"/>
          </p:nvPr>
        </p:nvSpPr>
        <p:spPr bwMode="auto"/>
        <p:txBody>
          <a:bodyPr/>
          <a:p>
            <a:pPr>
              <a:defRPr/>
            </a:pPr>
            <a:r>
              <a:t>Footer</a:t>
            </a:r>
          </a:p>
        </p:txBody>
      </p:sp>
      <p:sp>
        <p:nvSpPr>
          <p:cNvPr id="3" name="PlaceHolder 2"/>
          <p:cNvSpPr>
            <a:spLocks noGrp="1"/>
          </p:cNvSpPr>
          <p:nvPr>
            <p:ph type="sldNum" idx="3"/>
          </p:nvPr>
        </p:nvSpPr>
        <p:spPr bwMode="auto"/>
        <p:txBody>
          <a:bodyPr/>
          <a:p>
            <a:pPr>
              <a:defRPr/>
            </a:pPr>
            <a:fld id="{222FCCC5-3C9C-4F79-9C6D-DD3025E67292}" type="slidenum">
              <a:rPr/>
            </a:fld>
            <a:endParaRPr/>
          </a:p>
        </p:txBody>
      </p:sp>
      <p:sp>
        <p:nvSpPr>
          <p:cNvPr id="4" name="PlaceHolder 3"/>
          <p:cNvSpPr>
            <a:spLocks noGrp="1"/>
          </p:cNvSpPr>
          <p:nvPr>
            <p:ph type="dt" idx="1"/>
          </p:nvPr>
        </p:nvSpPr>
        <p:spPr bwMode="auto"/>
        <p:txBody>
          <a:bodyPr/>
          <a:p>
            <a:pPr>
              <a:defRPr/>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showMasterPhAnim="0" userDrawn="1">
  <p:cSld name="Title Slide">
    <p:spTree>
      <p:nvGrpSpPr>
        <p:cNvPr id="1" name=""/>
        <p:cNvGrpSpPr/>
        <p:nvPr/>
      </p:nvGrpSpPr>
      <p:grpSpPr bwMode="auto">
        <a:xfrm>
          <a:off x="0" y="0"/>
          <a:ext cx="0" cy="0"/>
          <a:chOff x="0" y="0"/>
          <a:chExt cx="0" cy="0"/>
        </a:xfrm>
      </p:grpSpPr>
      <p:sp>
        <p:nvSpPr>
          <p:cNvPr id="9"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10" name="PlaceHolder 2"/>
          <p:cNvSpPr>
            <a:spLocks noGrp="1"/>
          </p:cNvSpPr>
          <p:nvPr>
            <p:ph type="subTitle"/>
          </p:nvPr>
        </p:nvSpPr>
        <p:spPr bwMode="auto">
          <a:xfrm>
            <a:off x="540000" y="1350000"/>
            <a:ext cx="9000000" cy="3600000"/>
          </a:xfrm>
          <a:prstGeom prst="rect">
            <a:avLst/>
          </a:prstGeom>
          <a:noFill/>
          <a:ln w="0">
            <a:noFill/>
          </a:ln>
        </p:spPr>
        <p:txBody>
          <a:bodyPr lIns="0" tIns="0" rIns="0" bIns="0" anchor="ctr">
            <a:noAutofit/>
          </a:bodyPr>
          <a:p>
            <a:pPr algn="ctr">
              <a:buNone/>
              <a:defRPr/>
            </a:pPr>
            <a:endParaRPr lang="en-IN" sz="3200" b="0" strike="noStrike" spc="-1">
              <a:latin typeface="Arial" panose="020B0604020202020204"/>
            </a:endParaRPr>
          </a:p>
        </p:txBody>
      </p:sp>
      <p:sp>
        <p:nvSpPr>
          <p:cNvPr id="4" name="PlaceHolder 3"/>
          <p:cNvSpPr>
            <a:spLocks noGrp="1"/>
          </p:cNvSpPr>
          <p:nvPr>
            <p:ph type="ftr" idx="2"/>
          </p:nvPr>
        </p:nvSpPr>
        <p:spPr bwMode="auto"/>
        <p:txBody>
          <a:bodyPr/>
          <a:p>
            <a:pPr>
              <a:defRPr/>
            </a:pPr>
            <a:r>
              <a:t>Footer</a:t>
            </a:r>
          </a:p>
        </p:txBody>
      </p:sp>
      <p:sp>
        <p:nvSpPr>
          <p:cNvPr id="5" name="PlaceHolder 4"/>
          <p:cNvSpPr>
            <a:spLocks noGrp="1"/>
          </p:cNvSpPr>
          <p:nvPr>
            <p:ph type="sldNum" idx="3"/>
          </p:nvPr>
        </p:nvSpPr>
        <p:spPr bwMode="auto"/>
        <p:txBody>
          <a:bodyPr/>
          <a:p>
            <a:pPr>
              <a:defRPr/>
            </a:pPr>
            <a:fld id="{1C03D834-BAF8-47A0-8356-F44B039E90C3}" type="slidenum">
              <a:rPr/>
            </a:fld>
            <a:endParaRPr/>
          </a:p>
        </p:txBody>
      </p:sp>
      <p:sp>
        <p:nvSpPr>
          <p:cNvPr id="6" name="PlaceHolder 5"/>
          <p:cNvSpPr>
            <a:spLocks noGrp="1"/>
          </p:cNvSpPr>
          <p:nvPr>
            <p:ph type="dt" idx="1"/>
          </p:nvPr>
        </p:nvSpPr>
        <p:spPr bwMode="auto"/>
        <p:txBody>
          <a:bodyPr/>
          <a:p>
            <a:pPr>
              <a:defRPr/>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showMasterPhAnim="0" userDrawn="1">
  <p:cSld name="Title, Content">
    <p:spTree>
      <p:nvGrpSpPr>
        <p:cNvPr id="1" name=""/>
        <p:cNvGrpSpPr/>
        <p:nvPr/>
      </p:nvGrpSpPr>
      <p:grpSpPr bwMode="auto">
        <a:xfrm>
          <a:off x="0" y="0"/>
          <a:ext cx="0" cy="0"/>
          <a:chOff x="0" y="0"/>
          <a:chExt cx="0" cy="0"/>
        </a:xfrm>
      </p:grpSpPr>
      <p:sp>
        <p:nvSpPr>
          <p:cNvPr id="11"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12" name="PlaceHolder 2"/>
          <p:cNvSpPr>
            <a:spLocks noGrp="1"/>
          </p:cNvSpPr>
          <p:nvPr>
            <p:ph/>
          </p:nvPr>
        </p:nvSpPr>
        <p:spPr bwMode="auto">
          <a:xfrm>
            <a:off x="540000" y="1350000"/>
            <a:ext cx="9000000" cy="360000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4" name="PlaceHolder 3"/>
          <p:cNvSpPr>
            <a:spLocks noGrp="1"/>
          </p:cNvSpPr>
          <p:nvPr>
            <p:ph type="ftr" idx="2"/>
          </p:nvPr>
        </p:nvSpPr>
        <p:spPr bwMode="auto"/>
        <p:txBody>
          <a:bodyPr/>
          <a:p>
            <a:pPr>
              <a:defRPr/>
            </a:pPr>
            <a:r>
              <a:t>Footer</a:t>
            </a:r>
          </a:p>
        </p:txBody>
      </p:sp>
      <p:sp>
        <p:nvSpPr>
          <p:cNvPr id="5" name="PlaceHolder 4"/>
          <p:cNvSpPr>
            <a:spLocks noGrp="1"/>
          </p:cNvSpPr>
          <p:nvPr>
            <p:ph type="sldNum" idx="3"/>
          </p:nvPr>
        </p:nvSpPr>
        <p:spPr bwMode="auto"/>
        <p:txBody>
          <a:bodyPr/>
          <a:p>
            <a:pPr>
              <a:defRPr/>
            </a:pPr>
            <a:fld id="{9EB6291C-3EEB-4A00-A3A3-E84B95D798C7}" type="slidenum">
              <a:rPr/>
            </a:fld>
            <a:endParaRPr/>
          </a:p>
        </p:txBody>
      </p:sp>
      <p:sp>
        <p:nvSpPr>
          <p:cNvPr id="6" name="PlaceHolder 5"/>
          <p:cNvSpPr>
            <a:spLocks noGrp="1"/>
          </p:cNvSpPr>
          <p:nvPr>
            <p:ph type="dt" idx="1"/>
          </p:nvPr>
        </p:nvSpPr>
        <p:spPr bwMode="auto"/>
        <p:txBody>
          <a:bodyPr/>
          <a:p>
            <a:pPr>
              <a:defRPr/>
            </a:p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PhAnim="0" userDrawn="1">
  <p:cSld name="Title, 2 Content">
    <p:spTree>
      <p:nvGrpSpPr>
        <p:cNvPr id="1" name=""/>
        <p:cNvGrpSpPr/>
        <p:nvPr/>
      </p:nvGrpSpPr>
      <p:grpSpPr bwMode="auto">
        <a:xfrm>
          <a:off x="0" y="0"/>
          <a:ext cx="0" cy="0"/>
          <a:chOff x="0" y="0"/>
          <a:chExt cx="0" cy="0"/>
        </a:xfrm>
      </p:grpSpPr>
      <p:sp>
        <p:nvSpPr>
          <p:cNvPr id="13"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14" name="PlaceHolder 2"/>
          <p:cNvSpPr>
            <a:spLocks noGrp="1"/>
          </p:cNvSpPr>
          <p:nvPr>
            <p:ph/>
          </p:nvPr>
        </p:nvSpPr>
        <p:spPr bwMode="auto">
          <a:xfrm>
            <a:off x="540000" y="1350000"/>
            <a:ext cx="4391640" cy="360000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15" name="PlaceHolder 3"/>
          <p:cNvSpPr>
            <a:spLocks noGrp="1"/>
          </p:cNvSpPr>
          <p:nvPr>
            <p:ph/>
          </p:nvPr>
        </p:nvSpPr>
        <p:spPr bwMode="auto">
          <a:xfrm>
            <a:off x="5151600" y="1350000"/>
            <a:ext cx="4391640" cy="360000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5" name="PlaceHolder 4"/>
          <p:cNvSpPr>
            <a:spLocks noGrp="1"/>
          </p:cNvSpPr>
          <p:nvPr>
            <p:ph type="ftr" idx="2"/>
          </p:nvPr>
        </p:nvSpPr>
        <p:spPr bwMode="auto"/>
        <p:txBody>
          <a:bodyPr/>
          <a:p>
            <a:pPr>
              <a:defRPr/>
            </a:pPr>
            <a:r>
              <a:t>Footer</a:t>
            </a:r>
          </a:p>
        </p:txBody>
      </p:sp>
      <p:sp>
        <p:nvSpPr>
          <p:cNvPr id="6" name="PlaceHolder 5"/>
          <p:cNvSpPr>
            <a:spLocks noGrp="1"/>
          </p:cNvSpPr>
          <p:nvPr>
            <p:ph type="sldNum" idx="3"/>
          </p:nvPr>
        </p:nvSpPr>
        <p:spPr bwMode="auto"/>
        <p:txBody>
          <a:bodyPr/>
          <a:p>
            <a:pPr>
              <a:defRPr/>
            </a:pPr>
            <a:fld id="{2BBCFEB3-4590-4E73-A6B7-523454D95A1F}" type="slidenum">
              <a:rPr/>
            </a:fld>
            <a:endParaRPr/>
          </a:p>
        </p:txBody>
      </p:sp>
      <p:sp>
        <p:nvSpPr>
          <p:cNvPr id="7" name="PlaceHolder 6"/>
          <p:cNvSpPr>
            <a:spLocks noGrp="1"/>
          </p:cNvSpPr>
          <p:nvPr>
            <p:ph type="dt" idx="1"/>
          </p:nvPr>
        </p:nvSpPr>
        <p:spPr bwMode="auto"/>
        <p:txBody>
          <a:bodyPr/>
          <a:p>
            <a:pPr>
              <a:defRPr/>
            </a:p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showMasterPhAnim="0" userDrawn="1">
  <p:cSld name="Title Only">
    <p:spTree>
      <p:nvGrpSpPr>
        <p:cNvPr id="1" name=""/>
        <p:cNvGrpSpPr/>
        <p:nvPr/>
      </p:nvGrpSpPr>
      <p:grpSpPr bwMode="auto">
        <a:xfrm>
          <a:off x="0" y="0"/>
          <a:ext cx="0" cy="0"/>
          <a:chOff x="0" y="0"/>
          <a:chExt cx="0" cy="0"/>
        </a:xfrm>
      </p:grpSpPr>
      <p:sp>
        <p:nvSpPr>
          <p:cNvPr id="16"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3" name="PlaceHolder 2"/>
          <p:cNvSpPr>
            <a:spLocks noGrp="1"/>
          </p:cNvSpPr>
          <p:nvPr>
            <p:ph type="ftr" idx="2"/>
          </p:nvPr>
        </p:nvSpPr>
        <p:spPr bwMode="auto"/>
        <p:txBody>
          <a:bodyPr/>
          <a:p>
            <a:pPr>
              <a:defRPr/>
            </a:pPr>
            <a:r>
              <a:t>Footer</a:t>
            </a:r>
          </a:p>
        </p:txBody>
      </p:sp>
      <p:sp>
        <p:nvSpPr>
          <p:cNvPr id="4" name="PlaceHolder 3"/>
          <p:cNvSpPr>
            <a:spLocks noGrp="1"/>
          </p:cNvSpPr>
          <p:nvPr>
            <p:ph type="sldNum" idx="3"/>
          </p:nvPr>
        </p:nvSpPr>
        <p:spPr bwMode="auto"/>
        <p:txBody>
          <a:bodyPr/>
          <a:p>
            <a:pPr>
              <a:defRPr/>
            </a:pPr>
            <a:fld id="{B1AF73C5-46FB-40FC-95A8-7FE2AB5F3A57}" type="slidenum">
              <a:rPr/>
            </a:fld>
            <a:endParaRPr/>
          </a:p>
        </p:txBody>
      </p:sp>
      <p:sp>
        <p:nvSpPr>
          <p:cNvPr id="5" name="PlaceHolder 4"/>
          <p:cNvSpPr>
            <a:spLocks noGrp="1"/>
          </p:cNvSpPr>
          <p:nvPr>
            <p:ph type="dt" idx="1"/>
          </p:nvPr>
        </p:nvSpPr>
        <p:spPr bwMode="auto"/>
        <p:txBody>
          <a:bodyPr/>
          <a:p>
            <a:pPr>
              <a:defRPr/>
            </a:p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showMasterPhAnim="0" userDrawn="1">
  <p:cSld name="Centered Text">
    <p:spTree>
      <p:nvGrpSpPr>
        <p:cNvPr id="1" name=""/>
        <p:cNvGrpSpPr/>
        <p:nvPr/>
      </p:nvGrpSpPr>
      <p:grpSpPr bwMode="auto">
        <a:xfrm>
          <a:off x="0" y="0"/>
          <a:ext cx="0" cy="0"/>
          <a:chOff x="0" y="0"/>
          <a:chExt cx="0" cy="0"/>
        </a:xfrm>
      </p:grpSpPr>
      <p:sp>
        <p:nvSpPr>
          <p:cNvPr id="17" name="PlaceHolder 1"/>
          <p:cNvSpPr>
            <a:spLocks noGrp="1"/>
          </p:cNvSpPr>
          <p:nvPr>
            <p:ph type="subTitle"/>
          </p:nvPr>
        </p:nvSpPr>
        <p:spPr bwMode="auto">
          <a:xfrm>
            <a:off x="540000" y="450000"/>
            <a:ext cx="8640000" cy="2921760"/>
          </a:xfrm>
          <a:prstGeom prst="rect">
            <a:avLst/>
          </a:prstGeom>
          <a:noFill/>
          <a:ln w="0">
            <a:noFill/>
          </a:ln>
        </p:spPr>
        <p:txBody>
          <a:bodyPr lIns="0" tIns="0" rIns="0" bIns="0" anchor="ctr">
            <a:noAutofit/>
          </a:bodyPr>
          <a:p>
            <a:pPr algn="ctr">
              <a:buNone/>
              <a:defRPr/>
            </a:pPr>
            <a:endParaRPr lang="en-IN" sz="3200" b="0" strike="noStrike" spc="-1">
              <a:latin typeface="Arial" panose="020B0604020202020204"/>
            </a:endParaRPr>
          </a:p>
        </p:txBody>
      </p:sp>
      <p:sp>
        <p:nvSpPr>
          <p:cNvPr id="3" name="PlaceHolder 2"/>
          <p:cNvSpPr>
            <a:spLocks noGrp="1"/>
          </p:cNvSpPr>
          <p:nvPr>
            <p:ph type="ftr" idx="2"/>
          </p:nvPr>
        </p:nvSpPr>
        <p:spPr bwMode="auto"/>
        <p:txBody>
          <a:bodyPr/>
          <a:p>
            <a:pPr>
              <a:defRPr/>
            </a:pPr>
            <a:r>
              <a:t>Footer</a:t>
            </a:r>
          </a:p>
        </p:txBody>
      </p:sp>
      <p:sp>
        <p:nvSpPr>
          <p:cNvPr id="4" name="PlaceHolder 3"/>
          <p:cNvSpPr>
            <a:spLocks noGrp="1"/>
          </p:cNvSpPr>
          <p:nvPr>
            <p:ph type="sldNum" idx="3"/>
          </p:nvPr>
        </p:nvSpPr>
        <p:spPr bwMode="auto"/>
        <p:txBody>
          <a:bodyPr/>
          <a:p>
            <a:pPr>
              <a:defRPr/>
            </a:pPr>
            <a:fld id="{2FAC279E-A021-4F41-8C7E-1515C086B4AC}" type="slidenum">
              <a:rPr/>
            </a:fld>
            <a:endParaRPr/>
          </a:p>
        </p:txBody>
      </p:sp>
      <p:sp>
        <p:nvSpPr>
          <p:cNvPr id="5" name="PlaceHolder 4"/>
          <p:cNvSpPr>
            <a:spLocks noGrp="1"/>
          </p:cNvSpPr>
          <p:nvPr>
            <p:ph type="dt" idx="1"/>
          </p:nvPr>
        </p:nvSpPr>
        <p:spPr bwMode="auto"/>
        <p:txBody>
          <a:bodyPr/>
          <a:p>
            <a:pPr>
              <a:defRPr/>
            </a:p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showMasterPhAnim="0" userDrawn="1">
  <p:cSld name="Title, 2 Content and Content">
    <p:spTree>
      <p:nvGrpSpPr>
        <p:cNvPr id="1" name=""/>
        <p:cNvGrpSpPr/>
        <p:nvPr/>
      </p:nvGrpSpPr>
      <p:grpSpPr bwMode="auto">
        <a:xfrm>
          <a:off x="0" y="0"/>
          <a:ext cx="0" cy="0"/>
          <a:chOff x="0" y="0"/>
          <a:chExt cx="0" cy="0"/>
        </a:xfrm>
      </p:grpSpPr>
      <p:sp>
        <p:nvSpPr>
          <p:cNvPr id="18"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19" name="PlaceHolder 2"/>
          <p:cNvSpPr>
            <a:spLocks noGrp="1"/>
          </p:cNvSpPr>
          <p:nvPr>
            <p:ph/>
          </p:nvPr>
        </p:nvSpPr>
        <p:spPr bwMode="auto">
          <a:xfrm>
            <a:off x="540000" y="135000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20" name="PlaceHolder 3"/>
          <p:cNvSpPr>
            <a:spLocks noGrp="1"/>
          </p:cNvSpPr>
          <p:nvPr>
            <p:ph/>
          </p:nvPr>
        </p:nvSpPr>
        <p:spPr bwMode="auto">
          <a:xfrm>
            <a:off x="5151600" y="1350000"/>
            <a:ext cx="4391640" cy="360000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21" name="PlaceHolder 4"/>
          <p:cNvSpPr>
            <a:spLocks noGrp="1"/>
          </p:cNvSpPr>
          <p:nvPr>
            <p:ph/>
          </p:nvPr>
        </p:nvSpPr>
        <p:spPr bwMode="auto">
          <a:xfrm>
            <a:off x="540000" y="323028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6" name="PlaceHolder 5"/>
          <p:cNvSpPr>
            <a:spLocks noGrp="1"/>
          </p:cNvSpPr>
          <p:nvPr>
            <p:ph type="ftr" idx="2"/>
          </p:nvPr>
        </p:nvSpPr>
        <p:spPr bwMode="auto"/>
        <p:txBody>
          <a:bodyPr/>
          <a:p>
            <a:pPr>
              <a:defRPr/>
            </a:pPr>
            <a:r>
              <a:t>Footer</a:t>
            </a:r>
          </a:p>
        </p:txBody>
      </p:sp>
      <p:sp>
        <p:nvSpPr>
          <p:cNvPr id="7" name="PlaceHolder 6"/>
          <p:cNvSpPr>
            <a:spLocks noGrp="1"/>
          </p:cNvSpPr>
          <p:nvPr>
            <p:ph type="sldNum" idx="3"/>
          </p:nvPr>
        </p:nvSpPr>
        <p:spPr bwMode="auto"/>
        <p:txBody>
          <a:bodyPr/>
          <a:p>
            <a:pPr>
              <a:defRPr/>
            </a:pPr>
            <a:fld id="{AED8B025-711B-40D2-BD95-6E93BB3AC647}" type="slidenum">
              <a:rPr/>
            </a:fld>
            <a:endParaRPr/>
          </a:p>
        </p:txBody>
      </p:sp>
      <p:sp>
        <p:nvSpPr>
          <p:cNvPr id="8" name="PlaceHolder 7"/>
          <p:cNvSpPr>
            <a:spLocks noGrp="1"/>
          </p:cNvSpPr>
          <p:nvPr>
            <p:ph type="dt" idx="1"/>
          </p:nvPr>
        </p:nvSpPr>
        <p:spPr bwMode="auto"/>
        <p:txBody>
          <a:bodyPr/>
          <a:p>
            <a:pPr>
              <a:defRPr/>
            </a:p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showMasterPhAnim="0" userDrawn="1">
  <p:cSld name="Title Content and 2 Content">
    <p:spTree>
      <p:nvGrpSpPr>
        <p:cNvPr id="1" name=""/>
        <p:cNvGrpSpPr/>
        <p:nvPr/>
      </p:nvGrpSpPr>
      <p:grpSpPr bwMode="auto">
        <a:xfrm>
          <a:off x="0" y="0"/>
          <a:ext cx="0" cy="0"/>
          <a:chOff x="0" y="0"/>
          <a:chExt cx="0" cy="0"/>
        </a:xfrm>
      </p:grpSpPr>
      <p:sp>
        <p:nvSpPr>
          <p:cNvPr id="22"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23" name="PlaceHolder 2"/>
          <p:cNvSpPr>
            <a:spLocks noGrp="1"/>
          </p:cNvSpPr>
          <p:nvPr>
            <p:ph/>
          </p:nvPr>
        </p:nvSpPr>
        <p:spPr bwMode="auto">
          <a:xfrm>
            <a:off x="540000" y="1350000"/>
            <a:ext cx="4391640" cy="360000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24" name="PlaceHolder 3"/>
          <p:cNvSpPr>
            <a:spLocks noGrp="1"/>
          </p:cNvSpPr>
          <p:nvPr>
            <p:ph/>
          </p:nvPr>
        </p:nvSpPr>
        <p:spPr bwMode="auto">
          <a:xfrm>
            <a:off x="5151600" y="135000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25" name="PlaceHolder 4"/>
          <p:cNvSpPr>
            <a:spLocks noGrp="1"/>
          </p:cNvSpPr>
          <p:nvPr>
            <p:ph/>
          </p:nvPr>
        </p:nvSpPr>
        <p:spPr bwMode="auto">
          <a:xfrm>
            <a:off x="5151600" y="323028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6" name="PlaceHolder 5"/>
          <p:cNvSpPr>
            <a:spLocks noGrp="1"/>
          </p:cNvSpPr>
          <p:nvPr>
            <p:ph type="ftr" idx="2"/>
          </p:nvPr>
        </p:nvSpPr>
        <p:spPr bwMode="auto"/>
        <p:txBody>
          <a:bodyPr/>
          <a:p>
            <a:pPr>
              <a:defRPr/>
            </a:pPr>
            <a:r>
              <a:t>Footer</a:t>
            </a:r>
          </a:p>
        </p:txBody>
      </p:sp>
      <p:sp>
        <p:nvSpPr>
          <p:cNvPr id="7" name="PlaceHolder 6"/>
          <p:cNvSpPr>
            <a:spLocks noGrp="1"/>
          </p:cNvSpPr>
          <p:nvPr>
            <p:ph type="sldNum" idx="3"/>
          </p:nvPr>
        </p:nvSpPr>
        <p:spPr bwMode="auto"/>
        <p:txBody>
          <a:bodyPr/>
          <a:p>
            <a:pPr>
              <a:defRPr/>
            </a:pPr>
            <a:fld id="{47336F1A-FE30-4BD0-978E-B2F2B8E6534A}" type="slidenum">
              <a:rPr/>
            </a:fld>
            <a:endParaRPr/>
          </a:p>
        </p:txBody>
      </p:sp>
      <p:sp>
        <p:nvSpPr>
          <p:cNvPr id="8" name="PlaceHolder 7"/>
          <p:cNvSpPr>
            <a:spLocks noGrp="1"/>
          </p:cNvSpPr>
          <p:nvPr>
            <p:ph type="dt" idx="1"/>
          </p:nvPr>
        </p:nvSpPr>
        <p:spPr bwMode="auto"/>
        <p:txBody>
          <a:bodyPr/>
          <a:p>
            <a:pPr>
              <a:defRPr/>
            </a:p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showMasterPhAnim="0" userDrawn="1">
  <p:cSld name="Title, 2 Content over Content">
    <p:spTree>
      <p:nvGrpSpPr>
        <p:cNvPr id="1" name=""/>
        <p:cNvGrpSpPr/>
        <p:nvPr/>
      </p:nvGrpSpPr>
      <p:grpSpPr bwMode="auto">
        <a:xfrm>
          <a:off x="0" y="0"/>
          <a:ext cx="0" cy="0"/>
          <a:chOff x="0" y="0"/>
          <a:chExt cx="0" cy="0"/>
        </a:xfrm>
      </p:grpSpPr>
      <p:sp>
        <p:nvSpPr>
          <p:cNvPr id="26"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27" name="PlaceHolder 2"/>
          <p:cNvSpPr>
            <a:spLocks noGrp="1"/>
          </p:cNvSpPr>
          <p:nvPr>
            <p:ph/>
          </p:nvPr>
        </p:nvSpPr>
        <p:spPr bwMode="auto">
          <a:xfrm>
            <a:off x="540000" y="135000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28" name="PlaceHolder 3"/>
          <p:cNvSpPr>
            <a:spLocks noGrp="1"/>
          </p:cNvSpPr>
          <p:nvPr>
            <p:ph/>
          </p:nvPr>
        </p:nvSpPr>
        <p:spPr bwMode="auto">
          <a:xfrm>
            <a:off x="5151600" y="135000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29" name="PlaceHolder 4"/>
          <p:cNvSpPr>
            <a:spLocks noGrp="1"/>
          </p:cNvSpPr>
          <p:nvPr>
            <p:ph/>
          </p:nvPr>
        </p:nvSpPr>
        <p:spPr bwMode="auto">
          <a:xfrm>
            <a:off x="540000" y="3230280"/>
            <a:ext cx="900000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6" name="PlaceHolder 5"/>
          <p:cNvSpPr>
            <a:spLocks noGrp="1"/>
          </p:cNvSpPr>
          <p:nvPr>
            <p:ph type="ftr" idx="2"/>
          </p:nvPr>
        </p:nvSpPr>
        <p:spPr bwMode="auto"/>
        <p:txBody>
          <a:bodyPr/>
          <a:p>
            <a:pPr>
              <a:defRPr/>
            </a:pPr>
            <a:r>
              <a:t>Footer</a:t>
            </a:r>
          </a:p>
        </p:txBody>
      </p:sp>
      <p:sp>
        <p:nvSpPr>
          <p:cNvPr id="7" name="PlaceHolder 6"/>
          <p:cNvSpPr>
            <a:spLocks noGrp="1"/>
          </p:cNvSpPr>
          <p:nvPr>
            <p:ph type="sldNum" idx="3"/>
          </p:nvPr>
        </p:nvSpPr>
        <p:spPr bwMode="auto"/>
        <p:txBody>
          <a:bodyPr/>
          <a:p>
            <a:pPr>
              <a:defRPr/>
            </a:pPr>
            <a:fld id="{3935D56C-67DC-4D43-B631-FAB837576690}" type="slidenum">
              <a:rPr/>
            </a:fld>
            <a:endParaRPr/>
          </a:p>
        </p:txBody>
      </p:sp>
      <p:sp>
        <p:nvSpPr>
          <p:cNvPr id="8" name="PlaceHolder 7"/>
          <p:cNvSpPr>
            <a:spLocks noGrp="1"/>
          </p:cNvSpPr>
          <p:nvPr>
            <p:ph type="dt" idx="1"/>
          </p:nvPr>
        </p:nvSpPr>
        <p:spPr bwMode="auto"/>
        <p:txBody>
          <a:bodyPr/>
          <a:p>
            <a:pPr>
              <a:defRPr/>
            </a:p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showMasterPhAnim="0" userDrawn="1">
  <p:cSld name="Title, Content over Content">
    <p:spTree>
      <p:nvGrpSpPr>
        <p:cNvPr id="1" name=""/>
        <p:cNvGrpSpPr/>
        <p:nvPr/>
      </p:nvGrpSpPr>
      <p:grpSpPr bwMode="auto">
        <a:xfrm>
          <a:off x="0" y="0"/>
          <a:ext cx="0" cy="0"/>
          <a:chOff x="0" y="0"/>
          <a:chExt cx="0" cy="0"/>
        </a:xfrm>
      </p:grpSpPr>
      <p:sp>
        <p:nvSpPr>
          <p:cNvPr id="30"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31" name="PlaceHolder 2"/>
          <p:cNvSpPr>
            <a:spLocks noGrp="1"/>
          </p:cNvSpPr>
          <p:nvPr>
            <p:ph/>
          </p:nvPr>
        </p:nvSpPr>
        <p:spPr bwMode="auto">
          <a:xfrm>
            <a:off x="540000" y="1350000"/>
            <a:ext cx="900000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32" name="PlaceHolder 3"/>
          <p:cNvSpPr>
            <a:spLocks noGrp="1"/>
          </p:cNvSpPr>
          <p:nvPr>
            <p:ph/>
          </p:nvPr>
        </p:nvSpPr>
        <p:spPr bwMode="auto">
          <a:xfrm>
            <a:off x="540000" y="3230280"/>
            <a:ext cx="900000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5" name="PlaceHolder 4"/>
          <p:cNvSpPr>
            <a:spLocks noGrp="1"/>
          </p:cNvSpPr>
          <p:nvPr>
            <p:ph type="ftr" idx="2"/>
          </p:nvPr>
        </p:nvSpPr>
        <p:spPr bwMode="auto"/>
        <p:txBody>
          <a:bodyPr/>
          <a:p>
            <a:pPr>
              <a:defRPr/>
            </a:pPr>
            <a:r>
              <a:t>Footer</a:t>
            </a:r>
          </a:p>
        </p:txBody>
      </p:sp>
      <p:sp>
        <p:nvSpPr>
          <p:cNvPr id="6" name="PlaceHolder 5"/>
          <p:cNvSpPr>
            <a:spLocks noGrp="1"/>
          </p:cNvSpPr>
          <p:nvPr>
            <p:ph type="sldNum" idx="3"/>
          </p:nvPr>
        </p:nvSpPr>
        <p:spPr bwMode="auto"/>
        <p:txBody>
          <a:bodyPr/>
          <a:p>
            <a:pPr>
              <a:defRPr/>
            </a:pPr>
            <a:fld id="{A488A651-49B6-485C-9235-F33A61A3C31C}" type="slidenum">
              <a:rPr/>
            </a:fld>
            <a:endParaRPr/>
          </a:p>
        </p:txBody>
      </p:sp>
      <p:sp>
        <p:nvSpPr>
          <p:cNvPr id="7" name="PlaceHolder 6"/>
          <p:cNvSpPr>
            <a:spLocks noGrp="1"/>
          </p:cNvSpPr>
          <p:nvPr>
            <p:ph type="dt" idx="1"/>
          </p:nvPr>
        </p:nvSpPr>
        <p:spPr bwMode="auto"/>
        <p:txBody>
          <a:bodyPr/>
          <a:p>
            <a:pPr>
              <a:defRPr/>
            </a:p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showMasterPhAnim="0" userDrawn="1">
  <p:cSld name="Title, 4 Content">
    <p:spTree>
      <p:nvGrpSpPr>
        <p:cNvPr id="1" name=""/>
        <p:cNvGrpSpPr/>
        <p:nvPr/>
      </p:nvGrpSpPr>
      <p:grpSpPr bwMode="auto">
        <a:xfrm>
          <a:off x="0" y="0"/>
          <a:ext cx="0" cy="0"/>
          <a:chOff x="0" y="0"/>
          <a:chExt cx="0" cy="0"/>
        </a:xfrm>
      </p:grpSpPr>
      <p:sp>
        <p:nvSpPr>
          <p:cNvPr id="33"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34" name="PlaceHolder 2"/>
          <p:cNvSpPr>
            <a:spLocks noGrp="1"/>
          </p:cNvSpPr>
          <p:nvPr>
            <p:ph/>
          </p:nvPr>
        </p:nvSpPr>
        <p:spPr bwMode="auto">
          <a:xfrm>
            <a:off x="540000" y="135000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35" name="PlaceHolder 3"/>
          <p:cNvSpPr>
            <a:spLocks noGrp="1"/>
          </p:cNvSpPr>
          <p:nvPr>
            <p:ph/>
          </p:nvPr>
        </p:nvSpPr>
        <p:spPr bwMode="auto">
          <a:xfrm>
            <a:off x="5151600" y="135000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36" name="PlaceHolder 4"/>
          <p:cNvSpPr>
            <a:spLocks noGrp="1"/>
          </p:cNvSpPr>
          <p:nvPr>
            <p:ph/>
          </p:nvPr>
        </p:nvSpPr>
        <p:spPr bwMode="auto">
          <a:xfrm>
            <a:off x="540000" y="323028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37" name="PlaceHolder 5"/>
          <p:cNvSpPr>
            <a:spLocks noGrp="1"/>
          </p:cNvSpPr>
          <p:nvPr>
            <p:ph/>
          </p:nvPr>
        </p:nvSpPr>
        <p:spPr bwMode="auto">
          <a:xfrm>
            <a:off x="5151600" y="3230280"/>
            <a:ext cx="4391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7" name="PlaceHolder 6"/>
          <p:cNvSpPr>
            <a:spLocks noGrp="1"/>
          </p:cNvSpPr>
          <p:nvPr>
            <p:ph type="ftr" idx="2"/>
          </p:nvPr>
        </p:nvSpPr>
        <p:spPr bwMode="auto"/>
        <p:txBody>
          <a:bodyPr/>
          <a:p>
            <a:pPr>
              <a:defRPr/>
            </a:pPr>
            <a:r>
              <a:t>Footer</a:t>
            </a:r>
          </a:p>
        </p:txBody>
      </p:sp>
      <p:sp>
        <p:nvSpPr>
          <p:cNvPr id="8" name="PlaceHolder 7"/>
          <p:cNvSpPr>
            <a:spLocks noGrp="1"/>
          </p:cNvSpPr>
          <p:nvPr>
            <p:ph type="sldNum" idx="3"/>
          </p:nvPr>
        </p:nvSpPr>
        <p:spPr bwMode="auto"/>
        <p:txBody>
          <a:bodyPr/>
          <a:p>
            <a:pPr>
              <a:defRPr/>
            </a:pPr>
            <a:fld id="{EE6A793B-DA2C-4F6D-BE61-2A2427372248}" type="slidenum">
              <a:rPr/>
            </a:fld>
            <a:endParaRPr/>
          </a:p>
        </p:txBody>
      </p:sp>
      <p:sp>
        <p:nvSpPr>
          <p:cNvPr id="9" name="PlaceHolder 8"/>
          <p:cNvSpPr>
            <a:spLocks noGrp="1"/>
          </p:cNvSpPr>
          <p:nvPr>
            <p:ph type="dt" idx="1"/>
          </p:nvPr>
        </p:nvSpPr>
        <p:spPr bwMode="auto"/>
        <p:txBody>
          <a:bodyPr/>
          <a:p>
            <a:pPr>
              <a:defRPr/>
            </a:p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showMasterPhAnim="0" userDrawn="1">
  <p:cSld name="Title, 6 Content">
    <p:spTree>
      <p:nvGrpSpPr>
        <p:cNvPr id="1" name=""/>
        <p:cNvGrpSpPr/>
        <p:nvPr/>
      </p:nvGrpSpPr>
      <p:grpSpPr bwMode="auto">
        <a:xfrm>
          <a:off x="0" y="0"/>
          <a:ext cx="0" cy="0"/>
          <a:chOff x="0" y="0"/>
          <a:chExt cx="0" cy="0"/>
        </a:xfrm>
      </p:grpSpPr>
      <p:sp>
        <p:nvSpPr>
          <p:cNvPr id="38"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endParaRPr lang="en-IN" sz="2700" b="0" strike="noStrike" spc="-1">
              <a:latin typeface="Arial" panose="020B0604020202020204"/>
            </a:endParaRPr>
          </a:p>
        </p:txBody>
      </p:sp>
      <p:sp>
        <p:nvSpPr>
          <p:cNvPr id="39" name="PlaceHolder 2"/>
          <p:cNvSpPr>
            <a:spLocks noGrp="1"/>
          </p:cNvSpPr>
          <p:nvPr>
            <p:ph/>
          </p:nvPr>
        </p:nvSpPr>
        <p:spPr bwMode="auto">
          <a:xfrm>
            <a:off x="540000" y="1350000"/>
            <a:ext cx="2897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40" name="PlaceHolder 3"/>
          <p:cNvSpPr>
            <a:spLocks noGrp="1"/>
          </p:cNvSpPr>
          <p:nvPr>
            <p:ph/>
          </p:nvPr>
        </p:nvSpPr>
        <p:spPr bwMode="auto">
          <a:xfrm>
            <a:off x="3583080" y="1350000"/>
            <a:ext cx="2897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41" name="PlaceHolder 4"/>
          <p:cNvSpPr>
            <a:spLocks noGrp="1"/>
          </p:cNvSpPr>
          <p:nvPr>
            <p:ph/>
          </p:nvPr>
        </p:nvSpPr>
        <p:spPr bwMode="auto">
          <a:xfrm>
            <a:off x="6625800" y="1350000"/>
            <a:ext cx="2897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42" name="PlaceHolder 5"/>
          <p:cNvSpPr>
            <a:spLocks noGrp="1"/>
          </p:cNvSpPr>
          <p:nvPr>
            <p:ph/>
          </p:nvPr>
        </p:nvSpPr>
        <p:spPr bwMode="auto">
          <a:xfrm>
            <a:off x="540000" y="3230280"/>
            <a:ext cx="2897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43" name="PlaceHolder 6"/>
          <p:cNvSpPr>
            <a:spLocks noGrp="1"/>
          </p:cNvSpPr>
          <p:nvPr>
            <p:ph/>
          </p:nvPr>
        </p:nvSpPr>
        <p:spPr bwMode="auto">
          <a:xfrm>
            <a:off x="3583080" y="3230280"/>
            <a:ext cx="2897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44" name="PlaceHolder 7"/>
          <p:cNvSpPr>
            <a:spLocks noGrp="1"/>
          </p:cNvSpPr>
          <p:nvPr>
            <p:ph/>
          </p:nvPr>
        </p:nvSpPr>
        <p:spPr bwMode="auto">
          <a:xfrm>
            <a:off x="6625800" y="3230280"/>
            <a:ext cx="2897640" cy="1716840"/>
          </a:xfrm>
          <a:prstGeom prst="rect">
            <a:avLst/>
          </a:prstGeom>
          <a:noFill/>
          <a:ln w="0">
            <a:noFill/>
          </a:ln>
        </p:spPr>
        <p:txBody>
          <a:bodyPr lIns="0" tIns="0" rIns="0" bIns="0" anchor="t">
            <a:normAutofit/>
          </a:bodyPr>
          <a:p>
            <a:pPr>
              <a:defRPr/>
            </a:pPr>
            <a:endParaRPr lang="en-IN" sz="2000" b="0" strike="noStrike" spc="-1">
              <a:latin typeface="Arial" panose="020B0604020202020204"/>
            </a:endParaRPr>
          </a:p>
        </p:txBody>
      </p:sp>
      <p:sp>
        <p:nvSpPr>
          <p:cNvPr id="9" name="PlaceHolder 8"/>
          <p:cNvSpPr>
            <a:spLocks noGrp="1"/>
          </p:cNvSpPr>
          <p:nvPr>
            <p:ph type="ftr" idx="2"/>
          </p:nvPr>
        </p:nvSpPr>
        <p:spPr bwMode="auto"/>
        <p:txBody>
          <a:bodyPr/>
          <a:p>
            <a:pPr>
              <a:defRPr/>
            </a:pPr>
            <a:r>
              <a:t>Footer</a:t>
            </a:r>
          </a:p>
        </p:txBody>
      </p:sp>
      <p:sp>
        <p:nvSpPr>
          <p:cNvPr id="10" name="PlaceHolder 9"/>
          <p:cNvSpPr>
            <a:spLocks noGrp="1"/>
          </p:cNvSpPr>
          <p:nvPr>
            <p:ph type="sldNum" idx="3"/>
          </p:nvPr>
        </p:nvSpPr>
        <p:spPr bwMode="auto"/>
        <p:txBody>
          <a:bodyPr/>
          <a:p>
            <a:pPr>
              <a:defRPr/>
            </a:pPr>
            <a:fld id="{176B5CDB-AA3B-4481-A051-DBB9D7D4AE42}" type="slidenum">
              <a:rPr/>
            </a:fld>
            <a:endParaRPr/>
          </a:p>
        </p:txBody>
      </p:sp>
      <p:sp>
        <p:nvSpPr>
          <p:cNvPr id="11" name="PlaceHolder 10"/>
          <p:cNvSpPr>
            <a:spLocks noGrp="1"/>
          </p:cNvSpPr>
          <p:nvPr>
            <p:ph type="dt" idx="1"/>
          </p:nvPr>
        </p:nvSpPr>
        <p:spPr bwMode="auto"/>
        <p:txBody>
          <a:bodyPr/>
          <a:p>
            <a:pPr>
              <a:defRPr/>
            </a:p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0" name="Rectangles -1"/>
          <p:cNvSpPr/>
          <p:nvPr/>
        </p:nvSpPr>
        <p:spPr bwMode="auto">
          <a:xfrm>
            <a:off x="0" y="0"/>
            <a:ext cx="10080000" cy="5669640"/>
          </a:xfrm>
          <a:prstGeom prst="rect">
            <a:avLst/>
          </a:prstGeom>
          <a:solidFill>
            <a:srgbClr val="666666"/>
          </a:solidFill>
          <a:ln w="0">
            <a:noFill/>
          </a:ln>
        </p:spPr>
        <p:style>
          <a:lnRef idx="0">
            <a:srgbClr val="FFFFFF"/>
          </a:lnRef>
          <a:fillRef idx="0">
            <a:srgbClr val="FFFFFF"/>
          </a:fillRef>
          <a:effectRef idx="0">
            <a:srgbClr val="FFFFFF"/>
          </a:effectRef>
          <a:fontRef idx="minor"/>
        </p:style>
      </p:sp>
      <p:sp>
        <p:nvSpPr>
          <p:cNvPr id="2" name="Rectangles 1"/>
          <p:cNvSpPr/>
          <p:nvPr/>
        </p:nvSpPr>
        <p:spPr bwMode="auto">
          <a:xfrm>
            <a:off x="270000" y="180000"/>
            <a:ext cx="9540000" cy="4860000"/>
          </a:xfrm>
          <a:prstGeom prst="rect">
            <a:avLst/>
          </a:prstGeom>
          <a:solidFill>
            <a:srgbClr val="FFFFFF"/>
          </a:solidFill>
          <a:ln w="0">
            <a:noFill/>
          </a:ln>
        </p:spPr>
        <p:style>
          <a:lnRef idx="0">
            <a:srgbClr val="FFFFFF"/>
          </a:lnRef>
          <a:fillRef idx="0">
            <a:srgbClr val="FFFFFF"/>
          </a:fillRef>
          <a:effectRef idx="0">
            <a:srgbClr val="FFFFFF"/>
          </a:effectRef>
          <a:fontRef idx="minor"/>
        </p:style>
      </p:sp>
      <p:sp>
        <p:nvSpPr>
          <p:cNvPr id="3" name="PlaceHolder 1"/>
          <p:cNvSpPr>
            <a:spLocks noGrp="1"/>
          </p:cNvSpPr>
          <p:nvPr>
            <p:ph type="body"/>
          </p:nvPr>
        </p:nvSpPr>
        <p:spPr bwMode="auto">
          <a:xfrm>
            <a:off x="540000" y="1350000"/>
            <a:ext cx="9000000" cy="3600000"/>
          </a:xfrm>
          <a:prstGeom prst="rect">
            <a:avLst/>
          </a:prstGeom>
          <a:noFill/>
          <a:ln w="0">
            <a:noFill/>
          </a:ln>
        </p:spPr>
        <p:txBody>
          <a:bodyPr lIns="0" tIns="0" rIns="0" bIns="0" anchor="t">
            <a:normAutofit/>
          </a:bodyPr>
          <a:p>
            <a:pPr marL="431800" indent="-323850">
              <a:spcAft>
                <a:spcPts val="1055"/>
              </a:spcAft>
              <a:buClr>
                <a:srgbClr val="91D93F"/>
              </a:buClr>
              <a:buSzPct val="45000"/>
              <a:buFont typeface="Wingdings" panose="05000000000000000000"/>
              <a:buChar char=""/>
              <a:defRPr/>
            </a:pPr>
            <a:r>
              <a:rPr lang="en-IN" sz="2000" b="0" strike="noStrike" spc="-1">
                <a:latin typeface="Arial" panose="020B0604020202020204"/>
              </a:rPr>
              <a:t>Click to edit the outline text format</a:t>
            </a:r>
            <a:endParaRPr lang="en-IN" sz="2000" b="0" strike="noStrike" spc="-1">
              <a:latin typeface="Arial" panose="020B0604020202020204"/>
            </a:endParaRPr>
          </a:p>
          <a:p>
            <a:pPr marL="864235" lvl="1" indent="-323850">
              <a:spcAft>
                <a:spcPts val="845"/>
              </a:spcAft>
              <a:buClr>
                <a:srgbClr val="91D93F"/>
              </a:buClr>
              <a:buSzPct val="75000"/>
              <a:buFont typeface="Symbol" panose="05050102010706020507"/>
              <a:buChar char=""/>
              <a:defRPr/>
            </a:pPr>
            <a:r>
              <a:rPr lang="en-IN" sz="2000" b="0" strike="noStrike" spc="-1">
                <a:latin typeface="Arial" panose="020B0604020202020204"/>
              </a:rPr>
              <a:t>Second Outline Level</a:t>
            </a:r>
            <a:endParaRPr lang="en-IN" sz="2000" b="0" strike="noStrike" spc="-1">
              <a:latin typeface="Arial" panose="020B0604020202020204"/>
            </a:endParaRPr>
          </a:p>
          <a:p>
            <a:pPr marL="1296035" lvl="2" indent="-288290">
              <a:spcAft>
                <a:spcPts val="630"/>
              </a:spcAft>
              <a:buClr>
                <a:srgbClr val="91D93F"/>
              </a:buClr>
              <a:buSzPct val="45000"/>
              <a:buFont typeface="Wingdings 2" panose="05020102010507070707"/>
              <a:buChar char=""/>
              <a:defRPr/>
            </a:pPr>
            <a:r>
              <a:rPr lang="en-IN" sz="2000" b="0" strike="noStrike" spc="-1">
                <a:latin typeface="Arial" panose="020B0604020202020204"/>
              </a:rPr>
              <a:t>Third Outline Level</a:t>
            </a:r>
            <a:endParaRPr lang="en-IN" sz="2000" b="0" strike="noStrike" spc="-1">
              <a:latin typeface="Arial" panose="020B0604020202020204"/>
            </a:endParaRPr>
          </a:p>
          <a:p>
            <a:pPr marL="1727835" lvl="3" indent="-215900">
              <a:spcAft>
                <a:spcPts val="420"/>
              </a:spcAft>
              <a:buClr>
                <a:srgbClr val="91D93F"/>
              </a:buClr>
              <a:buSzPct val="45000"/>
              <a:buFont typeface="Wingdings" panose="05000000000000000000"/>
              <a:buChar char=""/>
              <a:defRPr/>
            </a:pPr>
            <a:r>
              <a:rPr lang="en-IN" sz="2000" b="0" strike="noStrike" spc="-1">
                <a:latin typeface="Arial" panose="020B0604020202020204"/>
              </a:rPr>
              <a:t>Fourth Outline Level</a:t>
            </a:r>
            <a:endParaRPr lang="en-IN" sz="2000" b="0" strike="noStrike" spc="-1">
              <a:latin typeface="Arial" panose="020B0604020202020204"/>
            </a:endParaRPr>
          </a:p>
          <a:p>
            <a:pPr marL="2160270" lvl="4" indent="-215900">
              <a:spcAft>
                <a:spcPts val="205"/>
              </a:spcAft>
              <a:buClr>
                <a:srgbClr val="91D93F"/>
              </a:buClr>
              <a:buSzPct val="45000"/>
              <a:buFont typeface="Wingdings" panose="05000000000000000000"/>
              <a:buChar char=""/>
              <a:defRPr/>
            </a:pPr>
            <a:r>
              <a:rPr lang="en-IN" sz="2000" b="0" strike="noStrike" spc="-1">
                <a:latin typeface="Arial" panose="020B0604020202020204"/>
              </a:rPr>
              <a:t>Fifth Outline Level</a:t>
            </a:r>
            <a:endParaRPr lang="en-IN" sz="2000" b="0" strike="noStrike" spc="-1">
              <a:latin typeface="Arial" panose="020B0604020202020204"/>
            </a:endParaRPr>
          </a:p>
          <a:p>
            <a:pPr marL="2592070" lvl="5" indent="-215900">
              <a:spcAft>
                <a:spcPts val="205"/>
              </a:spcAft>
              <a:buClr>
                <a:srgbClr val="91D93F"/>
              </a:buClr>
              <a:buSzPct val="45000"/>
              <a:buFont typeface="Wingdings" panose="05000000000000000000"/>
              <a:buChar char=""/>
              <a:defRPr/>
            </a:pPr>
            <a:r>
              <a:rPr lang="en-IN" sz="2000" b="0" strike="noStrike" spc="-1">
                <a:latin typeface="Arial" panose="020B0604020202020204"/>
              </a:rPr>
              <a:t>Sixth Outline Level</a:t>
            </a:r>
            <a:endParaRPr lang="en-IN" sz="2000" b="0" strike="noStrike" spc="-1">
              <a:latin typeface="Arial" panose="020B0604020202020204"/>
            </a:endParaRPr>
          </a:p>
          <a:p>
            <a:pPr marL="3023870" lvl="6" indent="-215900">
              <a:spcAft>
                <a:spcPts val="205"/>
              </a:spcAft>
              <a:buClr>
                <a:srgbClr val="91D93F"/>
              </a:buClr>
              <a:buSzPct val="45000"/>
              <a:buFont typeface="Wingdings" panose="05000000000000000000"/>
              <a:buChar char=""/>
              <a:defRPr/>
            </a:pPr>
            <a:r>
              <a:rPr lang="en-IN" sz="2000" b="0" strike="noStrike" spc="-1">
                <a:latin typeface="Arial" panose="020B0604020202020204"/>
              </a:rPr>
              <a:t>Seventh Outline Level</a:t>
            </a:r>
            <a:endParaRPr lang="en-IN" sz="2000" b="0" strike="noStrike" spc="-1">
              <a:latin typeface="Arial" panose="020B0604020202020204"/>
            </a:endParaRPr>
          </a:p>
        </p:txBody>
      </p:sp>
      <p:sp>
        <p:nvSpPr>
          <p:cNvPr id="4" name="Rectangles 3"/>
          <p:cNvSpPr/>
          <p:nvPr/>
        </p:nvSpPr>
        <p:spPr bwMode="auto">
          <a:xfrm>
            <a:off x="7920000" y="90000"/>
            <a:ext cx="900000" cy="1170000"/>
          </a:xfrm>
          <a:prstGeom prst="rect">
            <a:avLst/>
          </a:prstGeom>
          <a:solidFill>
            <a:srgbClr val="7D8AE7"/>
          </a:solidFill>
          <a:ln w="10800">
            <a:solidFill>
              <a:srgbClr val="3F52D9"/>
            </a:solidFill>
            <a:round/>
          </a:ln>
          <a:effectLst>
            <a:outerShdw dist="30547" dir="2700000" rotWithShape="0">
              <a:srgbClr val="C1C7F4"/>
            </a:outerShdw>
          </a:effectLst>
        </p:spPr>
        <p:style>
          <a:lnRef idx="0">
            <a:srgbClr val="FFFFFF"/>
          </a:lnRef>
          <a:fillRef idx="0">
            <a:srgbClr val="FFFFFF"/>
          </a:fillRef>
          <a:effectRef idx="0">
            <a:srgbClr val="FFFFFF"/>
          </a:effectRef>
          <a:fontRef idx="minor"/>
        </p:style>
      </p:sp>
      <p:sp>
        <p:nvSpPr>
          <p:cNvPr id="5" name="Rectangles 4"/>
          <p:cNvSpPr/>
          <p:nvPr/>
        </p:nvSpPr>
        <p:spPr bwMode="auto">
          <a:xfrm>
            <a:off x="90000" y="450000"/>
            <a:ext cx="9090000" cy="630000"/>
          </a:xfrm>
          <a:prstGeom prst="rect">
            <a:avLst/>
          </a:prstGeom>
          <a:solidFill>
            <a:srgbClr val="B5E77D"/>
          </a:solidFill>
          <a:ln w="10800">
            <a:solidFill>
              <a:srgbClr val="91D93F"/>
            </a:solidFill>
            <a:round/>
          </a:ln>
          <a:effectLst>
            <a:outerShdw dist="30547" dir="2700000" rotWithShape="0">
              <a:srgbClr val="DCF1C1"/>
            </a:outerShdw>
          </a:effectLst>
        </p:spPr>
        <p:style>
          <a:lnRef idx="0">
            <a:srgbClr val="FFFFFF"/>
          </a:lnRef>
          <a:fillRef idx="0">
            <a:srgbClr val="FFFFFF"/>
          </a:fillRef>
          <a:effectRef idx="0">
            <a:srgbClr val="FFFFFF"/>
          </a:effectRef>
          <a:fontRef idx="minor"/>
        </p:style>
      </p:sp>
      <p:sp>
        <p:nvSpPr>
          <p:cNvPr id="6" name="PlaceHolder 2"/>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Click to edit the </a:t>
            </a:r>
            <a:r>
              <a:rPr lang="en-IN" sz="2700" b="0" strike="noStrike" spc="-1">
                <a:latin typeface="Arial" panose="020B0604020202020204"/>
              </a:rPr>
              <a:t>title text format</a:t>
            </a:r>
            <a:endParaRPr lang="en-IN" sz="2700" b="0" strike="noStrike" spc="-1">
              <a:latin typeface="Arial" panose="020B0604020202020204"/>
            </a:endParaRPr>
          </a:p>
        </p:txBody>
      </p:sp>
      <p:sp>
        <p:nvSpPr>
          <p:cNvPr id="7" name="PlaceHolder 3"/>
          <p:cNvSpPr>
            <a:spLocks noGrp="1"/>
          </p:cNvSpPr>
          <p:nvPr>
            <p:ph type="dt" idx="1"/>
          </p:nvPr>
        </p:nvSpPr>
        <p:spPr bwMode="auto">
          <a:xfrm>
            <a:off x="504000" y="5164920"/>
            <a:ext cx="2348280" cy="390960"/>
          </a:xfrm>
          <a:prstGeom prst="rect">
            <a:avLst/>
          </a:prstGeom>
          <a:noFill/>
          <a:ln w="0">
            <a:noFill/>
          </a:ln>
        </p:spPr>
        <p:txBody>
          <a:bodyPr lIns="0" tIns="0" rIns="0" bIns="0" anchor="t">
            <a:noAutofit/>
          </a:bodyPr>
          <a:lstStyle>
            <a:lvl1pPr>
              <a:defRPr lang="en-IN" sz="1400" b="0" strike="noStrike" spc="-1">
                <a:solidFill>
                  <a:srgbClr val="EEEEEE"/>
                </a:solidFill>
                <a:latin typeface="Arial" panose="020B0604020202020204"/>
              </a:defRPr>
            </a:lvl1pPr>
          </a:lstStyle>
          <a:p>
            <a:pPr>
              <a:defRPr/>
            </a:pPr>
            <a:r>
              <a:rPr lang="en-IN" sz="1400" b="0" strike="noStrike" spc="-1">
                <a:solidFill>
                  <a:srgbClr val="EEEEEE"/>
                </a:solidFill>
                <a:latin typeface="Arial" panose="020B0604020202020204"/>
              </a:rPr>
              <a:t>&lt;date/time&gt;</a:t>
            </a:r>
            <a:endParaRPr lang="en-IN" sz="1400" b="0" strike="noStrike" spc="-1">
              <a:solidFill>
                <a:srgbClr val="EEEEEE"/>
              </a:solidFill>
              <a:latin typeface="Arial" panose="020B0604020202020204"/>
            </a:endParaRPr>
          </a:p>
        </p:txBody>
      </p:sp>
      <p:sp>
        <p:nvSpPr>
          <p:cNvPr id="8" name="PlaceHolder 4"/>
          <p:cNvSpPr>
            <a:spLocks noGrp="1"/>
          </p:cNvSpPr>
          <p:nvPr>
            <p:ph type="ftr" idx="2"/>
          </p:nvPr>
        </p:nvSpPr>
        <p:spPr bwMode="auto">
          <a:xfrm>
            <a:off x="3447360" y="5164920"/>
            <a:ext cx="3195000" cy="390960"/>
          </a:xfrm>
          <a:prstGeom prst="rect">
            <a:avLst/>
          </a:prstGeom>
          <a:noFill/>
          <a:ln w="0">
            <a:noFill/>
          </a:ln>
        </p:spPr>
        <p:txBody>
          <a:bodyPr lIns="0" tIns="0" rIns="0" bIns="0" anchor="t">
            <a:noAutofit/>
          </a:bodyPr>
          <a:lstStyle>
            <a:lvl1pPr algn="ctr">
              <a:buNone/>
              <a:defRPr lang="en-IN" sz="1400" b="0" strike="noStrike" spc="-1">
                <a:solidFill>
                  <a:srgbClr val="EEEEEE"/>
                </a:solidFill>
                <a:latin typeface="Arial" panose="020B0604020202020204"/>
              </a:defRPr>
            </a:lvl1pPr>
          </a:lstStyle>
          <a:p>
            <a:pPr algn="ctr">
              <a:buNone/>
              <a:defRPr/>
            </a:pPr>
            <a:r>
              <a:rPr lang="en-IN" sz="1400" b="0" strike="noStrike" spc="-1">
                <a:solidFill>
                  <a:srgbClr val="EEEEEE"/>
                </a:solidFill>
                <a:latin typeface="Arial" panose="020B0604020202020204"/>
              </a:rPr>
              <a:t>&lt;footer&gt;</a:t>
            </a:r>
            <a:endParaRPr lang="en-IN" sz="1400" b="0" strike="noStrike" spc="-1">
              <a:solidFill>
                <a:srgbClr val="EEEEEE"/>
              </a:solidFill>
              <a:latin typeface="Arial" panose="020B0604020202020204"/>
            </a:endParaRPr>
          </a:p>
        </p:txBody>
      </p:sp>
      <p:sp>
        <p:nvSpPr>
          <p:cNvPr id="9" name="PlaceHolder 5"/>
          <p:cNvSpPr>
            <a:spLocks noGrp="1"/>
          </p:cNvSpPr>
          <p:nvPr>
            <p:ph type="sldNum" idx="3"/>
          </p:nvPr>
        </p:nvSpPr>
        <p:spPr bwMode="auto">
          <a:xfrm>
            <a:off x="7227000" y="5164920"/>
            <a:ext cx="2348280" cy="390960"/>
          </a:xfrm>
          <a:prstGeom prst="rect">
            <a:avLst/>
          </a:prstGeom>
          <a:noFill/>
          <a:ln w="0">
            <a:noFill/>
          </a:ln>
        </p:spPr>
        <p:txBody>
          <a:bodyPr lIns="0" tIns="0" rIns="0" bIns="0" anchor="t">
            <a:noAutofit/>
          </a:bodyPr>
          <a:lstStyle>
            <a:lvl1pPr algn="r">
              <a:buNone/>
              <a:defRPr lang="en-IN" sz="1400" b="0" strike="noStrike" spc="-1">
                <a:solidFill>
                  <a:srgbClr val="EEEEEE"/>
                </a:solidFill>
                <a:latin typeface="Arial" panose="020B0604020202020204"/>
              </a:defRPr>
            </a:lvl1pPr>
          </a:lstStyle>
          <a:p>
            <a:pPr algn="r">
              <a:buNone/>
              <a:defRPr/>
            </a:pPr>
            <a:fld id="{72A4E4D8-796A-493A-97E5-941C484370D1}" type="slidenum">
              <a:rPr lang="en-IN" sz="1400" b="0" strike="noStrike" spc="-1">
                <a:solidFill>
                  <a:srgbClr val="EEEEEE"/>
                </a:solidFill>
                <a:latin typeface="Arial" panose="020B0604020202020204"/>
              </a:rPr>
            </a:fld>
            <a:endParaRPr lang="en-IN" sz="1400" b="0" strike="noStrike" spc="-1">
              <a:solidFill>
                <a:srgbClr val="EEEEEE"/>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4.png"/><Relationship Id="rId2" Type="http://schemas.openxmlformats.org/officeDocument/2006/relationships/image" Target="file:///C:\Users\vigne\AppData\Local\Temp\wps\INetCache\45f669d527bd9aaeb101af4dde12173e" TargetMode="Externa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 name="PlaceHolder 1"/>
          <p:cNvSpPr>
            <a:spLocks noGrp="1"/>
          </p:cNvSpPr>
          <p:nvPr>
            <p:ph type="subTitle"/>
          </p:nvPr>
        </p:nvSpPr>
        <p:spPr bwMode="auto">
          <a:xfrm>
            <a:off x="514985" y="2844165"/>
            <a:ext cx="8999855" cy="164465"/>
          </a:xfrm>
          <a:prstGeom prst="rect">
            <a:avLst/>
          </a:prstGeom>
          <a:noFill/>
          <a:ln w="0">
            <a:noFill/>
          </a:ln>
        </p:spPr>
        <p:txBody>
          <a:bodyPr lIns="0" tIns="0" rIns="0" bIns="0" anchor="ctr">
            <a:noAutofit/>
          </a:bodyPr>
          <a:p>
            <a:pPr algn="ctr">
              <a:buNone/>
              <a:defRPr/>
            </a:pPr>
            <a:r>
              <a:rPr lang="en-IN" sz="3000" b="0" strike="noStrike" spc="-1">
                <a:latin typeface="Arial" panose="020B0604020202020204"/>
              </a:rPr>
              <a:t>OCT-BASED CLASSIFICATION OF RETINAL DISORDERS</a:t>
            </a:r>
            <a:endParaRPr lang="en-IN" sz="3000" b="0" strike="noStrike" spc="-1">
              <a:latin typeface="Arial" panose="020B0604020202020204"/>
            </a:endParaRPr>
          </a:p>
          <a:p>
            <a:pPr algn="ctr">
              <a:buNone/>
              <a:defRPr/>
            </a:pPr>
            <a:endParaRPr lang="en-IN" sz="3200" b="0" strike="noStrike" spc="-1">
              <a:latin typeface="Arial" panose="020B0604020202020204"/>
            </a:endParaRPr>
          </a:p>
          <a:p>
            <a:pPr algn="ctr">
              <a:buNone/>
              <a:defRPr/>
            </a:pPr>
            <a:endParaRPr lang="en-IN" sz="1800" b="0" strike="noStrike" spc="-1">
              <a:latin typeface="Arial" panose="020B0604020202020204"/>
            </a:endParaRPr>
          </a:p>
        </p:txBody>
      </p:sp>
      <p:sp>
        <p:nvSpPr>
          <p:cNvPr id="3" name="Text Box 2"/>
          <p:cNvSpPr txBox="1"/>
          <p:nvPr/>
        </p:nvSpPr>
        <p:spPr>
          <a:xfrm>
            <a:off x="585470" y="3522345"/>
            <a:ext cx="3512185" cy="922020"/>
          </a:xfrm>
          <a:prstGeom prst="rect">
            <a:avLst/>
          </a:prstGeom>
          <a:noFill/>
        </p:spPr>
        <p:txBody>
          <a:bodyPr wrap="square" rtlCol="0">
            <a:spAutoFit/>
          </a:bodyPr>
          <a:p>
            <a:pPr algn="ctr">
              <a:buNone/>
              <a:defRPr/>
            </a:pPr>
            <a:r>
              <a:rPr lang="en-IN" spc="-1">
                <a:latin typeface="Arial" panose="020B0604020202020204"/>
                <a:sym typeface="+mn-ea"/>
              </a:rPr>
              <a:t>MOUNIKA SAI-19MIS1013</a:t>
            </a:r>
            <a:endParaRPr lang="en-IN" b="0" strike="noStrike" spc="-1">
              <a:latin typeface="Arial" panose="020B0604020202020204"/>
            </a:endParaRPr>
          </a:p>
          <a:p>
            <a:pPr algn="ctr">
              <a:buNone/>
              <a:defRPr/>
            </a:pPr>
            <a:r>
              <a:rPr lang="en-IN" spc="-1">
                <a:latin typeface="Arial" panose="020B0604020202020204"/>
                <a:sym typeface="+mn-ea"/>
              </a:rPr>
              <a:t>FACULTY:Dr.R.Suganya</a:t>
            </a:r>
            <a:endParaRPr lang="en-IN" b="0" strike="noStrike" spc="-1">
              <a:latin typeface="Arial" panose="020B0604020202020204"/>
            </a:endParaRPr>
          </a:p>
          <a:p>
            <a:endParaRPr lang="en-US"/>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4000">
                <a:solidFill>
                  <a:schemeClr val="tx1"/>
                </a:solidFill>
                <a:effectLst>
                  <a:outerShdw blurRad="38100" dist="19050" dir="2700000" algn="tl" rotWithShape="0">
                    <a:schemeClr val="dk1">
                      <a:alpha val="40000"/>
                    </a:schemeClr>
                  </a:outerShdw>
                </a:effectLst>
              </a:rPr>
              <a:t>OUTLINE</a:t>
            </a:r>
            <a:endParaRPr lang="en-IN" altLang="en-US" sz="4000">
              <a:solidFill>
                <a:schemeClr val="tx1"/>
              </a:solidFill>
              <a:effectLst>
                <a:outerShdw blurRad="38100" dist="19050" dir="2700000" algn="tl" rotWithShape="0">
                  <a:schemeClr val="dk1">
                    <a:alpha val="40000"/>
                  </a:schemeClr>
                </a:outerShdw>
              </a:effectLst>
            </a:endParaRPr>
          </a:p>
        </p:txBody>
      </p:sp>
      <p:sp>
        <p:nvSpPr>
          <p:cNvPr id="3" name="Subtitle 2"/>
          <p:cNvSpPr>
            <a:spLocks noGrp="1"/>
          </p:cNvSpPr>
          <p:nvPr>
            <p:ph type="subTitle"/>
          </p:nvPr>
        </p:nvSpPr>
        <p:spPr>
          <a:xfrm>
            <a:off x="539750" y="1478280"/>
            <a:ext cx="5568315" cy="3063240"/>
          </a:xfrm>
        </p:spPr>
        <p:txBody>
          <a:bodyPr>
            <a:normAutofit fontScale="70000"/>
          </a:bodyPr>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INTRODUCTION</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LITERATURE REVIEW</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SCOPE AND PROBLEM STATEMENT</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RESEARCH CHALLENGES</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RESEARCH OBJECTIVE</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ALGORITHM/METHODOLOGY</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GUIDE APPROVAL </a:t>
            </a:r>
            <a:endParaRPr lang="en-IN" altLang="en-US">
              <a:solidFill>
                <a:schemeClr val="tx1"/>
              </a:solidFill>
              <a:effectLst>
                <a:outerShdw blurRad="38100" dist="19050" dir="2700000" algn="tl" rotWithShape="0">
                  <a:schemeClr val="dk1">
                    <a:alpha val="40000"/>
                  </a:schemeClr>
                </a:outerShdw>
              </a:effectLst>
            </a:endParaRPr>
          </a:p>
          <a:p>
            <a:pPr marL="0" indent="0">
              <a:buFont typeface="Wingdings" panose="05000000000000000000" charset="0"/>
              <a:buNone/>
            </a:pPr>
            <a:endParaRPr lang="en-IN" altLang="en-US">
              <a:solidFill>
                <a:schemeClr val="tx1"/>
              </a:solidFill>
              <a:effectLst>
                <a:outerShdw blurRad="38100" dist="19050" dir="2700000" algn="tl" rotWithShape="0">
                  <a:schemeClr val="dk1">
                    <a:alpha val="40000"/>
                  </a:schemeClr>
                </a:outerShdw>
              </a:effectLst>
            </a:endParaRPr>
          </a:p>
          <a:p>
            <a:pPr marL="285750" indent="-285750">
              <a:buFont typeface="Wingdings" panose="05000000000000000000" charset="0"/>
              <a:buChar char="Ø"/>
            </a:pPr>
            <a:r>
              <a:rPr lang="en-IN" altLang="en-US">
                <a:solidFill>
                  <a:schemeClr val="tx1"/>
                </a:solidFill>
                <a:effectLst>
                  <a:outerShdw blurRad="38100" dist="19050" dir="2700000" algn="tl" rotWithShape="0">
                    <a:schemeClr val="dk1">
                      <a:alpha val="40000"/>
                    </a:schemeClr>
                  </a:outerShdw>
                </a:effectLst>
              </a:rPr>
              <a:t>REFERENCES</a:t>
            </a:r>
            <a:endParaRPr lang="en-IN" altLang="en-US">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1" name="PlaceHolder 1"/>
          <p:cNvSpPr>
            <a:spLocks noGrp="1"/>
          </p:cNvSpPr>
          <p:nvPr>
            <p:ph type="title"/>
          </p:nvPr>
        </p:nvSpPr>
        <p:spPr bwMode="auto">
          <a:xfrm>
            <a:off x="692944" y="301923"/>
            <a:ext cx="8691860" cy="1093291"/>
          </a:xfrm>
          <a:prstGeom prst="rect">
            <a:avLst/>
          </a:prstGeom>
          <a:noFill/>
          <a:ln w="0">
            <a:noFill/>
          </a:ln>
        </p:spPr>
        <p:txBody>
          <a:bodyPr lIns="74414" tIns="37207" rIns="74414" bIns="37207" anchor="ctr">
            <a:noAutofit/>
          </a:bodyPr>
          <a:p>
            <a:pPr indent="0" algn="ctr">
              <a:lnSpc>
                <a:spcPct val="90000"/>
              </a:lnSpc>
              <a:buNone/>
              <a:tabLst>
                <a:tab pos="0" algn="l"/>
              </a:tabLst>
              <a:defRPr/>
            </a:pPr>
            <a:r>
              <a:rPr lang="en-IN" sz="3640" b="1" strike="noStrike" spc="-1">
                <a:solidFill>
                  <a:srgbClr val="000000"/>
                </a:solidFill>
                <a:latin typeface="Calibri Light" panose="020F0302020204030204"/>
                <a:ea typeface="Arial" panose="020B0604020202020204"/>
              </a:rPr>
              <a:t>Introduction</a:t>
            </a:r>
            <a:endParaRPr lang="en-IN" sz="3640" b="0" strike="noStrike" spc="-1">
              <a:solidFill>
                <a:srgbClr val="000000"/>
              </a:solidFill>
              <a:latin typeface="Arial" panose="020B0604020202020204"/>
            </a:endParaRPr>
          </a:p>
        </p:txBody>
      </p:sp>
      <p:sp>
        <p:nvSpPr>
          <p:cNvPr id="92" name="PlaceHolder 2"/>
          <p:cNvSpPr>
            <a:spLocks noGrp="1"/>
          </p:cNvSpPr>
          <p:nvPr>
            <p:ph/>
          </p:nvPr>
        </p:nvSpPr>
        <p:spPr bwMode="auto">
          <a:xfrm>
            <a:off x="692944" y="1509514"/>
            <a:ext cx="8691860" cy="3595092"/>
          </a:xfrm>
          <a:prstGeom prst="rect">
            <a:avLst/>
          </a:prstGeom>
          <a:noFill/>
          <a:ln w="0">
            <a:noFill/>
          </a:ln>
        </p:spPr>
        <p:txBody>
          <a:bodyPr lIns="74414" tIns="37207" rIns="74414" bIns="37207" numCol="1" spcCol="0" anchor="t">
            <a:normAutofit fontScale="75000"/>
          </a:bodyPr>
          <a:p>
            <a:pPr marL="283845" indent="-283845">
              <a:lnSpc>
                <a:spcPct val="100000"/>
              </a:lnSpc>
              <a:buClr>
                <a:srgbClr val="000000"/>
              </a:buClr>
              <a:buFont typeface="Arial" panose="020B0604020202020204"/>
              <a:buChar char="•"/>
              <a:defRPr/>
            </a:pPr>
            <a:r>
              <a:rPr lang="en-US" sz="2315" b="0" strike="noStrike" spc="-1">
                <a:solidFill>
                  <a:srgbClr val="000000"/>
                </a:solidFill>
                <a:latin typeface="Calibri" panose="020F0502020204030204"/>
              </a:rPr>
              <a:t>The project</a:t>
            </a:r>
            <a:r>
              <a:rPr lang="en-IN" sz="2315" b="0" strike="noStrike" spc="-1">
                <a:solidFill>
                  <a:srgbClr val="000000"/>
                </a:solidFill>
                <a:latin typeface="Calibri" panose="020F0502020204030204"/>
              </a:rPr>
              <a:t> involves using deep learning algorithms to analyze images of the retina captured by optical coherence tomography (OCT) and classify any pathology or disease present.</a:t>
            </a:r>
            <a:endParaRPr lang="en-IN" sz="2315" b="0" strike="noStrike" spc="-1">
              <a:solidFill>
                <a:srgbClr val="000000"/>
              </a:solidFill>
              <a:latin typeface="Arial" panose="020B0604020202020204"/>
            </a:endParaRPr>
          </a:p>
          <a:p>
            <a:pPr indent="0">
              <a:lnSpc>
                <a:spcPct val="100000"/>
              </a:lnSpc>
              <a:buNone/>
              <a:tabLst>
                <a:tab pos="0" algn="l"/>
              </a:tabLst>
              <a:defRPr/>
            </a:pPr>
            <a:endParaRPr lang="en-IN" sz="2315" b="0" strike="noStrike" spc="-1">
              <a:solidFill>
                <a:srgbClr val="000000"/>
              </a:solidFill>
              <a:latin typeface="Arial" panose="020B0604020202020204"/>
            </a:endParaRPr>
          </a:p>
          <a:p>
            <a:pPr marL="283845" indent="-283845">
              <a:lnSpc>
                <a:spcPct val="100000"/>
              </a:lnSpc>
              <a:buClr>
                <a:srgbClr val="000000"/>
              </a:buClr>
              <a:buFont typeface="Arial" panose="020B0604020202020204"/>
              <a:buChar char="•"/>
              <a:tabLst>
                <a:tab pos="0" algn="l"/>
              </a:tabLst>
              <a:defRPr/>
            </a:pPr>
            <a:r>
              <a:rPr lang="en-IN" sz="2315" b="0" strike="noStrike" spc="-1">
                <a:solidFill>
                  <a:srgbClr val="000000"/>
                </a:solidFill>
                <a:latin typeface="Calibri" panose="020F0502020204030204"/>
              </a:rPr>
              <a:t>The process typically involves training a deep learning algorithm on a large dataset of labeled OCT images, where each image is labeled with the corresponding pathology. The algorithm then learns to identify patterns and features in the images that are indicative of a particular pathology. Once trained, the algorithm can be used to classify new, unseen images.</a:t>
            </a:r>
            <a:endParaRPr lang="en-IN" sz="2315" b="0" strike="noStrike" spc="-1">
              <a:solidFill>
                <a:srgbClr val="000000"/>
              </a:solidFill>
              <a:latin typeface="Arial" panose="020B0604020202020204"/>
            </a:endParaRPr>
          </a:p>
          <a:p>
            <a:pPr indent="0">
              <a:lnSpc>
                <a:spcPct val="100000"/>
              </a:lnSpc>
              <a:buNone/>
              <a:tabLst>
                <a:tab pos="0" algn="l"/>
              </a:tabLst>
              <a:defRPr/>
            </a:pPr>
            <a:endParaRPr lang="en-IN" sz="2315" b="0" strike="noStrike" spc="-1">
              <a:solidFill>
                <a:srgbClr val="000000"/>
              </a:solidFill>
              <a:latin typeface="Arial" panose="020B0604020202020204"/>
            </a:endParaRPr>
          </a:p>
          <a:p>
            <a:pPr marL="283845" indent="-283845">
              <a:lnSpc>
                <a:spcPct val="100000"/>
              </a:lnSpc>
              <a:buClr>
                <a:srgbClr val="000000"/>
              </a:buClr>
              <a:buFont typeface="Arial" panose="020B0604020202020204"/>
              <a:buChar char="•"/>
              <a:tabLst>
                <a:tab pos="0" algn="l"/>
              </a:tabLst>
              <a:defRPr/>
            </a:pPr>
            <a:r>
              <a:rPr lang="en-IN" sz="2315" b="0" strike="noStrike" spc="-1">
                <a:solidFill>
                  <a:srgbClr val="000000"/>
                </a:solidFill>
                <a:latin typeface="Calibri" panose="020F0502020204030204"/>
              </a:rPr>
              <a:t>The use of AI and ML in retinal OCT pathology classification has the potential to improve the accuracy and speed of diagnosis, as well as reduce the workload on ophthalmologists. It can also be used to monitor the progression of a disease and predict the risk of disease development in patients.</a:t>
            </a:r>
            <a:endParaRPr lang="en-IN" sz="2315" b="0" strike="noStrike" spc="-1">
              <a:solidFill>
                <a:srgbClr val="000000"/>
              </a:solidFill>
              <a:latin typeface="Arial" panose="020B0604020202020204"/>
            </a:endParaRPr>
          </a:p>
          <a:p>
            <a:pPr indent="0" algn="just">
              <a:lnSpc>
                <a:spcPct val="90000"/>
              </a:lnSpc>
              <a:spcBef>
                <a:spcPts val="1000"/>
              </a:spcBef>
              <a:buNone/>
              <a:tabLst>
                <a:tab pos="0" algn="l"/>
              </a:tabLst>
              <a:defRPr/>
            </a:pPr>
            <a:endParaRPr lang="en-IN" sz="2315"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8" name="PlaceHolder 1"/>
          <p:cNvSpPr>
            <a:spLocks noGrp="1"/>
          </p:cNvSpPr>
          <p:nvPr>
            <p:ph type="title"/>
          </p:nvPr>
        </p:nvSpPr>
        <p:spPr bwMode="auto">
          <a:xfrm>
            <a:off x="-1007495" y="603035"/>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                               Literature Survey</a:t>
            </a:r>
            <a:endParaRPr lang="en-IN" sz="2700" b="0" strike="noStrike" spc="-1">
              <a:latin typeface="Arial" panose="020B0604020202020204"/>
            </a:endParaRPr>
          </a:p>
        </p:txBody>
      </p:sp>
      <p:sp>
        <p:nvSpPr>
          <p:cNvPr id="3" name="Text Box 2"/>
          <p:cNvSpPr txBox="1"/>
          <p:nvPr/>
        </p:nvSpPr>
        <p:spPr>
          <a:xfrm>
            <a:off x="487680" y="1250950"/>
            <a:ext cx="9104630" cy="3784600"/>
          </a:xfrm>
          <a:prstGeom prst="rect">
            <a:avLst/>
          </a:prstGeom>
          <a:noFill/>
        </p:spPr>
        <p:txBody>
          <a:bodyPr wrap="square" rtlCol="0" anchor="t">
            <a:spAutoFit/>
          </a:bodyPr>
          <a:p>
            <a:pPr marL="171450" indent="-171450">
              <a:buFont typeface="Wingdings" panose="05000000000000000000" charset="0"/>
              <a:buChar char="Ø"/>
            </a:pPr>
            <a:r>
              <a:rPr lang="en-US" sz="1200"/>
              <a:t>Paper Title: "Deep Learning for Retinal Image Analysis: A Review"</a:t>
            </a:r>
            <a:endParaRPr lang="en-US" sz="1200"/>
          </a:p>
          <a:p>
            <a:endParaRPr lang="en-US" sz="1200"/>
          </a:p>
          <a:p>
            <a:r>
              <a:rPr lang="en-US" sz="1200"/>
              <a:t>Author: Tingting Zhu et al.</a:t>
            </a:r>
            <a:endParaRPr lang="en-US" sz="1200"/>
          </a:p>
          <a:p>
            <a:r>
              <a:rPr lang="en-US" sz="1200"/>
              <a:t>Year: 2019</a:t>
            </a:r>
            <a:endParaRPr lang="en-US" sz="1200"/>
          </a:p>
          <a:p>
            <a:r>
              <a:rPr lang="en-US" sz="1200"/>
              <a:t>Summary: This review paper provides an overview of deep learning techniques applied to retinal image analysis, including segmentation, classification, and detection of various retinal pathologies.</a:t>
            </a:r>
            <a:endParaRPr lang="en-US" sz="1200"/>
          </a:p>
          <a:p>
            <a:endParaRPr lang="en-US" sz="1200"/>
          </a:p>
          <a:p>
            <a:pPr marL="171450" indent="-171450">
              <a:buFont typeface="Wingdings" panose="05000000000000000000" charset="0"/>
              <a:buChar char="Ø"/>
            </a:pPr>
            <a:r>
              <a:rPr lang="en-US" sz="1200"/>
              <a:t>Paper Title: "A Novel Deep Learning Architecture for Retinal Vessel Segmentation"</a:t>
            </a:r>
            <a:endParaRPr lang="en-US" sz="1200"/>
          </a:p>
          <a:p>
            <a:endParaRPr lang="en-US" sz="1200"/>
          </a:p>
          <a:p>
            <a:r>
              <a:rPr lang="en-US" sz="1200"/>
              <a:t>Author: Juan Xu et al.</a:t>
            </a:r>
            <a:endParaRPr lang="en-US" sz="1200"/>
          </a:p>
          <a:p>
            <a:r>
              <a:rPr lang="en-US" sz="1200"/>
              <a:t>Year: 2019</a:t>
            </a:r>
            <a:endParaRPr lang="en-US" sz="1200"/>
          </a:p>
          <a:p>
            <a:r>
              <a:rPr lang="en-US" sz="1200"/>
              <a:t>Summary: The paper proposes a novel deep learning architecture specifically designed for retinal vessel segmentation, achieving state-of-the-art performance on benchmark datasets.</a:t>
            </a:r>
            <a:endParaRPr lang="en-US" sz="1200"/>
          </a:p>
          <a:p>
            <a:endParaRPr lang="en-US" sz="1200"/>
          </a:p>
          <a:p>
            <a:pPr marL="171450" indent="-171450">
              <a:buFont typeface="Wingdings" panose="05000000000000000000" charset="0"/>
              <a:buChar char="Ø"/>
            </a:pPr>
            <a:r>
              <a:rPr lang="en-US" sz="1200"/>
              <a:t>Paper Title: "Automated Detection of Diabetic Retinopathy Using Deep Learning"</a:t>
            </a:r>
            <a:endParaRPr lang="en-US" sz="1200"/>
          </a:p>
          <a:p>
            <a:endParaRPr lang="en-US" sz="1200"/>
          </a:p>
          <a:p>
            <a:r>
              <a:rPr lang="en-US" sz="1200"/>
              <a:t>Author: Yifan Peng et al.</a:t>
            </a:r>
            <a:endParaRPr lang="en-US" sz="1200"/>
          </a:p>
          <a:p>
            <a:r>
              <a:rPr lang="en-US" sz="1200"/>
              <a:t>Year: 2019</a:t>
            </a:r>
            <a:endParaRPr lang="en-US" sz="1200"/>
          </a:p>
          <a:p>
            <a:r>
              <a:rPr lang="en-US" sz="1200"/>
              <a:t>Summary: This study presents a deep learning-based approach for the automated detection of diabetic retinopathy, demonstrating promising results on large-scale clinical datasets.</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                              Literature Survey</a:t>
            </a:r>
            <a:endParaRPr lang="en-IN" sz="2700" b="0" strike="noStrike" spc="-1">
              <a:latin typeface="Arial" panose="020B0604020202020204"/>
            </a:endParaRPr>
          </a:p>
        </p:txBody>
      </p:sp>
      <p:sp>
        <p:nvSpPr>
          <p:cNvPr id="2" name="Text Box 1"/>
          <p:cNvSpPr txBox="1"/>
          <p:nvPr/>
        </p:nvSpPr>
        <p:spPr>
          <a:xfrm>
            <a:off x="575310" y="1179195"/>
            <a:ext cx="8799195" cy="3784600"/>
          </a:xfrm>
          <a:prstGeom prst="rect">
            <a:avLst/>
          </a:prstGeom>
          <a:noFill/>
        </p:spPr>
        <p:txBody>
          <a:bodyPr wrap="square" rtlCol="0" anchor="t">
            <a:spAutoFit/>
          </a:bodyPr>
          <a:p>
            <a:pPr marL="171450" indent="-171450">
              <a:buFont typeface="Wingdings" panose="05000000000000000000" charset="0"/>
              <a:buChar char="Ø"/>
            </a:pPr>
            <a:r>
              <a:rPr lang="en-US" sz="1200"/>
              <a:t>Paper Title: "Retinal Image Analysis Using Deep Learning: A Review"</a:t>
            </a:r>
            <a:endParaRPr lang="en-US" sz="1200"/>
          </a:p>
          <a:p>
            <a:endParaRPr lang="en-US" sz="1200"/>
          </a:p>
          <a:p>
            <a:r>
              <a:rPr lang="en-US" sz="1200"/>
              <a:t>Author: Xiaohong Li et al.</a:t>
            </a:r>
            <a:endParaRPr lang="en-US" sz="1200"/>
          </a:p>
          <a:p>
            <a:r>
              <a:rPr lang="en-US" sz="1200"/>
              <a:t>Year: 2020</a:t>
            </a:r>
            <a:endParaRPr lang="en-US" sz="1200"/>
          </a:p>
          <a:p>
            <a:r>
              <a:rPr lang="en-US" sz="1200"/>
              <a:t>Summary: The paper provides an extensive review of recent advancements in retinal image analysis using deep learning techniques, covering various retinal pathologies and imaging modalities.</a:t>
            </a:r>
            <a:endParaRPr lang="en-US" sz="1200"/>
          </a:p>
          <a:p>
            <a:endParaRPr lang="en-US" sz="1200"/>
          </a:p>
          <a:p>
            <a:pPr marL="171450" indent="-171450">
              <a:buFont typeface="Wingdings" panose="05000000000000000000" charset="0"/>
              <a:buChar char="Ø"/>
            </a:pPr>
            <a:r>
              <a:rPr lang="en-US" sz="1200"/>
              <a:t>Paper Title: "Glaucoma Detection Using Deep Learning Techniques: A Review"</a:t>
            </a:r>
            <a:endParaRPr lang="en-US" sz="1200"/>
          </a:p>
          <a:p>
            <a:endParaRPr lang="en-US" sz="1200"/>
          </a:p>
          <a:p>
            <a:r>
              <a:rPr lang="en-US" sz="1200"/>
              <a:t>Author: Wei Liu et al.</a:t>
            </a:r>
            <a:endParaRPr lang="en-US" sz="1200"/>
          </a:p>
          <a:p>
            <a:r>
              <a:rPr lang="en-US" sz="1200"/>
              <a:t>Year: 2020</a:t>
            </a:r>
            <a:endParaRPr lang="en-US" sz="1200"/>
          </a:p>
          <a:p>
            <a:r>
              <a:rPr lang="en-US" sz="1200"/>
              <a:t>Summary: This review paper discusses the application of deep learning techniques for glaucoma detection from retinal images, highlighting the challenges and recent advancements in the field.</a:t>
            </a:r>
            <a:endParaRPr lang="en-US" sz="1200"/>
          </a:p>
          <a:p>
            <a:endParaRPr lang="en-US" sz="1200"/>
          </a:p>
          <a:p>
            <a:pPr marL="171450" indent="-171450">
              <a:buFont typeface="Wingdings" panose="05000000000000000000" charset="0"/>
              <a:buChar char="Ø"/>
            </a:pPr>
            <a:r>
              <a:rPr lang="en-US" sz="1200"/>
              <a:t>Paper Title: "Deep Learning-Based Optic Disc and Optic Cup Segmentation"</a:t>
            </a:r>
            <a:endParaRPr lang="en-US" sz="1200"/>
          </a:p>
          <a:p>
            <a:endParaRPr lang="en-US" sz="1200"/>
          </a:p>
          <a:p>
            <a:r>
              <a:rPr lang="en-US" sz="1200"/>
              <a:t>Author: Chenchen Liu et al.</a:t>
            </a:r>
            <a:endParaRPr lang="en-US" sz="1200"/>
          </a:p>
          <a:p>
            <a:r>
              <a:rPr lang="en-US" sz="1200"/>
              <a:t>Year: 2020</a:t>
            </a:r>
            <a:endParaRPr lang="en-US" sz="1200"/>
          </a:p>
          <a:p>
            <a:r>
              <a:rPr lang="en-US" sz="1200"/>
              <a:t>Summary: The paper proposes a deep learning-based method for segmenting the optic disc and optic cup from retinal fundus images, which is crucial for glaucoma diagnosis and monitoring.</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                              Literature Survey</a:t>
            </a:r>
            <a:endParaRPr lang="en-IN" sz="2700" b="0" strike="noStrike" spc="-1">
              <a:latin typeface="Arial" panose="020B0604020202020204"/>
            </a:endParaRPr>
          </a:p>
        </p:txBody>
      </p:sp>
      <p:sp>
        <p:nvSpPr>
          <p:cNvPr id="2" name="Text Box 1"/>
          <p:cNvSpPr txBox="1"/>
          <p:nvPr/>
        </p:nvSpPr>
        <p:spPr>
          <a:xfrm>
            <a:off x="539750" y="1178560"/>
            <a:ext cx="9126855" cy="3784600"/>
          </a:xfrm>
          <a:prstGeom prst="rect">
            <a:avLst/>
          </a:prstGeom>
          <a:noFill/>
        </p:spPr>
        <p:txBody>
          <a:bodyPr wrap="square" rtlCol="0" anchor="t">
            <a:spAutoFit/>
          </a:bodyPr>
          <a:p>
            <a:pPr marL="171450" indent="-171450">
              <a:buFont typeface="Wingdings" panose="05000000000000000000" charset="0"/>
              <a:buChar char="Ø"/>
            </a:pPr>
            <a:r>
              <a:rPr lang="en-US" sz="1200"/>
              <a:t>Paper Title: "Automated Detection of Age-Related Macular Degeneration Using Convolutional Neural Networks"</a:t>
            </a:r>
            <a:endParaRPr lang="en-US" sz="1200"/>
          </a:p>
          <a:p>
            <a:endParaRPr lang="en-US" sz="1200"/>
          </a:p>
          <a:p>
            <a:r>
              <a:rPr lang="en-US" sz="1200"/>
              <a:t>Author: Jun Zhang et al.</a:t>
            </a:r>
            <a:endParaRPr lang="en-US" sz="1200"/>
          </a:p>
          <a:p>
            <a:r>
              <a:rPr lang="en-US" sz="1200"/>
              <a:t>Year: 2020</a:t>
            </a:r>
            <a:endParaRPr lang="en-US" sz="1200"/>
          </a:p>
          <a:p>
            <a:r>
              <a:rPr lang="en-US" sz="1200"/>
              <a:t>Summary: This study introduces a convolutional neural network (CNN) based approach for automated detection of age-related macular degeneration (AMD) from retinal images, achieving high accuracy and sensitivity.</a:t>
            </a:r>
            <a:endParaRPr lang="en-US" sz="1200"/>
          </a:p>
          <a:p>
            <a:endParaRPr lang="en-US" sz="1200"/>
          </a:p>
          <a:p>
            <a:pPr marL="171450" indent="-171450">
              <a:buFont typeface="Wingdings" panose="05000000000000000000" charset="0"/>
              <a:buChar char="Ø"/>
            </a:pPr>
            <a:r>
              <a:rPr lang="en-US" sz="1200"/>
              <a:t>Paper Title: "Deep Learning-Based Retinal Vessel Segmentation: A Comprehensive Review"</a:t>
            </a:r>
            <a:endParaRPr lang="en-US" sz="1200"/>
          </a:p>
          <a:p>
            <a:endParaRPr lang="en-US" sz="1200"/>
          </a:p>
          <a:p>
            <a:r>
              <a:rPr lang="en-US" sz="1200"/>
              <a:t>Author: Yang Li et al.</a:t>
            </a:r>
            <a:endParaRPr lang="en-US" sz="1200"/>
          </a:p>
          <a:p>
            <a:r>
              <a:rPr lang="en-US" sz="1200"/>
              <a:t>Year: 2021</a:t>
            </a:r>
            <a:endParaRPr lang="en-US" sz="1200"/>
          </a:p>
          <a:p>
            <a:r>
              <a:rPr lang="en-US" sz="1200"/>
              <a:t>Summary: The paper provides a comprehensive review of deep learning-based retinal vessel segmentation methods, discussing different network architectures, datasets, and evaluation metrics.</a:t>
            </a:r>
            <a:endParaRPr lang="en-US" sz="1200"/>
          </a:p>
          <a:p>
            <a:endParaRPr lang="en-US" sz="1200"/>
          </a:p>
          <a:p>
            <a:pPr marL="171450" indent="-171450">
              <a:buFont typeface="Wingdings" panose="05000000000000000000" charset="0"/>
              <a:buChar char="Ø"/>
            </a:pPr>
            <a:r>
              <a:rPr lang="en-US" sz="1200"/>
              <a:t>Paper Title: "Retinal Pathology Detection Using Ensemble Learning"</a:t>
            </a:r>
            <a:endParaRPr lang="en-US" sz="1200"/>
          </a:p>
          <a:p>
            <a:endParaRPr lang="en-US" sz="1200"/>
          </a:p>
          <a:p>
            <a:r>
              <a:rPr lang="en-US" sz="1200"/>
              <a:t>Author: Kai Wang et al.</a:t>
            </a:r>
            <a:endParaRPr lang="en-US" sz="1200"/>
          </a:p>
          <a:p>
            <a:r>
              <a:rPr lang="en-US" sz="1200"/>
              <a:t>Year: 2021</a:t>
            </a:r>
            <a:endParaRPr lang="en-US" sz="1200"/>
          </a:p>
          <a:p>
            <a:r>
              <a:rPr lang="en-US" sz="1200"/>
              <a:t>Summary: This research investigates the application of ensemble learning techniques for retinal pathology detection, demonstrating improved performance compared to individual classifiers.</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                              Literature Survey</a:t>
            </a:r>
            <a:endParaRPr lang="en-IN" sz="2700" b="0" strike="noStrike" spc="-1">
              <a:latin typeface="Arial" panose="020B0604020202020204"/>
            </a:endParaRPr>
          </a:p>
        </p:txBody>
      </p:sp>
      <p:sp>
        <p:nvSpPr>
          <p:cNvPr id="2" name="Text Box 1"/>
          <p:cNvSpPr txBox="1"/>
          <p:nvPr/>
        </p:nvSpPr>
        <p:spPr>
          <a:xfrm>
            <a:off x="647700" y="1179195"/>
            <a:ext cx="8663940" cy="3784600"/>
          </a:xfrm>
          <a:prstGeom prst="rect">
            <a:avLst/>
          </a:prstGeom>
          <a:noFill/>
        </p:spPr>
        <p:txBody>
          <a:bodyPr wrap="square" rtlCol="0" anchor="t">
            <a:spAutoFit/>
          </a:bodyPr>
          <a:p>
            <a:pPr marL="171450" indent="-171450">
              <a:buFont typeface="Wingdings" panose="05000000000000000000" charset="0"/>
              <a:buChar char="Ø"/>
            </a:pPr>
            <a:r>
              <a:rPr lang="en-US" sz="1200"/>
              <a:t>Paper Title: "Deep Learning-Based Optic Disc Localization and Segmentation"</a:t>
            </a:r>
            <a:endParaRPr lang="en-US" sz="1200"/>
          </a:p>
          <a:p>
            <a:endParaRPr lang="en-US" sz="1200"/>
          </a:p>
          <a:p>
            <a:r>
              <a:rPr lang="en-US" sz="1200"/>
              <a:t>Author: Lingling Zhao et al.</a:t>
            </a:r>
            <a:endParaRPr lang="en-US" sz="1200"/>
          </a:p>
          <a:p>
            <a:r>
              <a:rPr lang="en-US" sz="1200"/>
              <a:t>Year: 2021</a:t>
            </a:r>
            <a:endParaRPr lang="en-US" sz="1200"/>
          </a:p>
          <a:p>
            <a:r>
              <a:rPr lang="en-US" sz="1200"/>
              <a:t>Summary: The paper proposes a deep learning framework for accurate localization and segmentation of the optic disc from retinal images, which is essential for various clinical applications.</a:t>
            </a:r>
            <a:endParaRPr lang="en-US" sz="1200"/>
          </a:p>
          <a:p>
            <a:endParaRPr lang="en-US" sz="1200"/>
          </a:p>
          <a:p>
            <a:pPr marL="171450" indent="-171450">
              <a:buFont typeface="Wingdings" panose="05000000000000000000" charset="0"/>
              <a:buChar char="Ø"/>
            </a:pPr>
            <a:r>
              <a:rPr lang="en-US" sz="1200"/>
              <a:t>Paper Title: "Multimodal Retinal Image Registration Using Deep Learning"</a:t>
            </a:r>
            <a:endParaRPr lang="en-US" sz="1200"/>
          </a:p>
          <a:p>
            <a:endParaRPr lang="en-US" sz="1200"/>
          </a:p>
          <a:p>
            <a:r>
              <a:rPr lang="en-US" sz="1200"/>
              <a:t>Author: Qianqian Fang et al.</a:t>
            </a:r>
            <a:endParaRPr lang="en-US" sz="1200"/>
          </a:p>
          <a:p>
            <a:r>
              <a:rPr lang="en-US" sz="1200"/>
              <a:t>Year: 2021</a:t>
            </a:r>
            <a:endParaRPr lang="en-US" sz="1200"/>
          </a:p>
          <a:p>
            <a:r>
              <a:rPr lang="en-US" sz="1200"/>
              <a:t>Summary: This study presents a deep learning-based approach for multimodal retinal image registration, enabling seamless integration of information from different imaging modalities for improved diagnosis and treatment planning.</a:t>
            </a:r>
            <a:endParaRPr lang="en-US" sz="1200"/>
          </a:p>
          <a:p>
            <a:endParaRPr lang="en-US" sz="1200"/>
          </a:p>
          <a:p>
            <a:pPr marL="171450" indent="-171450">
              <a:buFont typeface="Wingdings" panose="05000000000000000000" charset="0"/>
              <a:buChar char="Ø"/>
            </a:pPr>
            <a:r>
              <a:rPr lang="en-US" sz="1200"/>
              <a:t>Paper Title: "Deep Learning for Drusen Detection in Age-Related Macular Degeneration"</a:t>
            </a:r>
            <a:endParaRPr lang="en-US" sz="1200"/>
          </a:p>
          <a:p>
            <a:endParaRPr lang="en-US" sz="1200"/>
          </a:p>
          <a:p>
            <a:r>
              <a:rPr lang="en-US" sz="1200"/>
              <a:t>Author: Haoyu Chen et al.</a:t>
            </a:r>
            <a:endParaRPr lang="en-US" sz="1200"/>
          </a:p>
          <a:p>
            <a:r>
              <a:rPr lang="en-US" sz="1200"/>
              <a:t>Year: 2021</a:t>
            </a:r>
            <a:endParaRPr lang="en-US" sz="1200"/>
          </a:p>
          <a:p>
            <a:r>
              <a:rPr lang="en-US" sz="1200"/>
              <a:t>Summary: The paper introduces a deep learning model for automated detection of drusen, a hallmark of age-related macular degeneration, from retinal images, demonstrating superior performance compared to traditional methods.</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0"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                              Literature Survey</a:t>
            </a:r>
            <a:endParaRPr lang="en-IN" sz="2700" b="0" strike="noStrike" spc="-1">
              <a:latin typeface="Arial" panose="020B0604020202020204"/>
            </a:endParaRPr>
          </a:p>
        </p:txBody>
      </p:sp>
      <p:sp>
        <p:nvSpPr>
          <p:cNvPr id="2" name="Text Box 1"/>
          <p:cNvSpPr txBox="1"/>
          <p:nvPr/>
        </p:nvSpPr>
        <p:spPr>
          <a:xfrm>
            <a:off x="575310" y="1178560"/>
            <a:ext cx="8646795" cy="3784600"/>
          </a:xfrm>
          <a:prstGeom prst="rect">
            <a:avLst/>
          </a:prstGeom>
          <a:noFill/>
        </p:spPr>
        <p:txBody>
          <a:bodyPr wrap="square" rtlCol="0" anchor="t">
            <a:spAutoFit/>
          </a:bodyPr>
          <a:p>
            <a:pPr marL="171450" indent="-171450">
              <a:buFont typeface="Wingdings" panose="05000000000000000000" charset="0"/>
              <a:buChar char="Ø"/>
            </a:pPr>
            <a:r>
              <a:rPr lang="en-US" sz="1200"/>
              <a:t>Paper Title: "Retinal Image Quality Assessment Using Convolutional Neural Networks"</a:t>
            </a:r>
            <a:endParaRPr lang="en-US" sz="1200"/>
          </a:p>
          <a:p>
            <a:endParaRPr lang="en-US" sz="1200"/>
          </a:p>
          <a:p>
            <a:r>
              <a:rPr lang="en-US" sz="1200"/>
              <a:t>Author: Yuchen Cao et al.</a:t>
            </a:r>
            <a:endParaRPr lang="en-US" sz="1200"/>
          </a:p>
          <a:p>
            <a:r>
              <a:rPr lang="en-US" sz="1200"/>
              <a:t>Year: 2021</a:t>
            </a:r>
            <a:endParaRPr lang="en-US" sz="1200"/>
          </a:p>
          <a:p>
            <a:r>
              <a:rPr lang="en-US" sz="1200"/>
              <a:t>Summary: This research proposes a convolutional neural network-based approach for automated assessment of retinal image quality, which is essential for ensuring reliable diagnosis and analysis.</a:t>
            </a:r>
            <a:endParaRPr lang="en-US" sz="1200"/>
          </a:p>
          <a:p>
            <a:endParaRPr lang="en-US" sz="1200"/>
          </a:p>
          <a:p>
            <a:pPr marL="171450" indent="-171450">
              <a:buFont typeface="Wingdings" panose="05000000000000000000" charset="0"/>
              <a:buChar char="Ø"/>
            </a:pPr>
            <a:r>
              <a:rPr lang="en-US" sz="1200"/>
              <a:t>Paper Title: "Unsupervised Domain Adaptation for Retinal Pathology Detection"</a:t>
            </a:r>
            <a:endParaRPr lang="en-US" sz="1200"/>
          </a:p>
          <a:p>
            <a:endParaRPr lang="en-US" sz="1200"/>
          </a:p>
          <a:p>
            <a:r>
              <a:rPr lang="en-US" sz="1200"/>
              <a:t>Author: Jiajun Deng et al.</a:t>
            </a:r>
            <a:endParaRPr lang="en-US" sz="1200"/>
          </a:p>
          <a:p>
            <a:r>
              <a:rPr lang="en-US" sz="1200"/>
              <a:t>Year: 2022</a:t>
            </a:r>
            <a:endParaRPr lang="en-US" sz="1200"/>
          </a:p>
          <a:p>
            <a:r>
              <a:rPr lang="en-US" sz="1200"/>
              <a:t>Summary: The paper presents an unsupervised domain adaptation approach for retinal pathology detection, addressing the challenge of domain shift between different retinal image datasets.</a:t>
            </a:r>
            <a:endParaRPr lang="en-US" sz="1200"/>
          </a:p>
          <a:p>
            <a:endParaRPr lang="en-US" sz="1200"/>
          </a:p>
          <a:p>
            <a:pPr marL="171450" indent="-171450">
              <a:buFont typeface="Wingdings" panose="05000000000000000000" charset="0"/>
              <a:buChar char="Ø"/>
            </a:pPr>
            <a:r>
              <a:rPr lang="en-US" sz="1200"/>
              <a:t>Paper Title: "Retinal Microaneurysm Detection Using Deep Learning"</a:t>
            </a:r>
            <a:endParaRPr lang="en-US" sz="1200"/>
          </a:p>
          <a:p>
            <a:endParaRPr lang="en-US" sz="1200"/>
          </a:p>
          <a:p>
            <a:r>
              <a:rPr lang="en-US" sz="1200"/>
              <a:t>Author: Xinyi Wang et al.</a:t>
            </a:r>
            <a:endParaRPr lang="en-US" sz="1200"/>
          </a:p>
          <a:p>
            <a:r>
              <a:rPr lang="en-US" sz="1200"/>
              <a:t>Year: 2022</a:t>
            </a:r>
            <a:endParaRPr lang="en-US" sz="1200"/>
          </a:p>
          <a:p>
            <a:r>
              <a:rPr lang="en-US" sz="1200"/>
              <a:t>Summary: This study introduces a deep learning-based method for automated detection of retinal microaneurysms, which are early signs of diabetic retinopathy, facilitating timely diagnosis and treatment.</a:t>
            </a:r>
            <a:endParaRPr lang="en-US" sz="12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 name="PlaceHolder 1"/>
          <p:cNvSpPr>
            <a:spLocks noGrp="1"/>
          </p:cNvSpPr>
          <p:nvPr>
            <p:ph type="title"/>
          </p:nvPr>
        </p:nvSpPr>
        <p:spPr bwMode="auto">
          <a:xfrm>
            <a:off x="692944" y="301923"/>
            <a:ext cx="8691860" cy="1093291"/>
          </a:xfrm>
          <a:prstGeom prst="rect">
            <a:avLst/>
          </a:prstGeom>
          <a:noFill/>
          <a:ln w="0">
            <a:noFill/>
          </a:ln>
        </p:spPr>
        <p:txBody>
          <a:bodyPr lIns="74414" tIns="37207" rIns="74414" bIns="37207" anchor="ctr">
            <a:noAutofit/>
          </a:bodyPr>
          <a:p>
            <a:pPr indent="0" algn="ctr">
              <a:lnSpc>
                <a:spcPct val="90000"/>
              </a:lnSpc>
              <a:buNone/>
              <a:tabLst>
                <a:tab pos="0" algn="l"/>
              </a:tabLst>
              <a:defRPr/>
            </a:pPr>
            <a:r>
              <a:rPr lang="en-US" sz="3640" b="1" strike="noStrike" spc="-1">
                <a:solidFill>
                  <a:srgbClr val="000000"/>
                </a:solidFill>
                <a:latin typeface="Calibri Light" panose="020F0302020204030204"/>
                <a:ea typeface="Arial" panose="020B0604020202020204"/>
              </a:rPr>
              <a:t>Problem statement</a:t>
            </a:r>
            <a:endParaRPr lang="en-IN" sz="3640" b="0" strike="noStrike" spc="-1">
              <a:solidFill>
                <a:srgbClr val="000000"/>
              </a:solidFill>
              <a:latin typeface="Arial" panose="020B0604020202020204"/>
            </a:endParaRPr>
          </a:p>
        </p:txBody>
      </p:sp>
      <p:sp>
        <p:nvSpPr>
          <p:cNvPr id="96" name="PlaceHolder 2"/>
          <p:cNvSpPr>
            <a:spLocks noGrp="1"/>
          </p:cNvSpPr>
          <p:nvPr>
            <p:ph/>
          </p:nvPr>
        </p:nvSpPr>
        <p:spPr bwMode="auto">
          <a:xfrm>
            <a:off x="692785" y="1191260"/>
            <a:ext cx="8691880" cy="3950335"/>
          </a:xfrm>
          <a:prstGeom prst="rect">
            <a:avLst/>
          </a:prstGeom>
          <a:noFill/>
          <a:ln w="0">
            <a:noFill/>
          </a:ln>
        </p:spPr>
        <p:txBody>
          <a:bodyPr lIns="74414" tIns="37207" rIns="74414" bIns="37207" anchor="t">
            <a:noAutofit/>
          </a:bodyPr>
          <a:p>
            <a:pPr marL="228600" indent="-228600">
              <a:lnSpc>
                <a:spcPct val="150000"/>
              </a:lnSpc>
              <a:spcBef>
                <a:spcPts val="1000"/>
              </a:spcBef>
              <a:buClr>
                <a:srgbClr val="000000"/>
              </a:buClr>
              <a:buFont typeface="Arial" panose="020B0604020202020204"/>
              <a:buChar char="•"/>
              <a:defRPr/>
            </a:pPr>
            <a:r>
              <a:rPr lang="en-IN" sz="1400" b="0" strike="noStrike" spc="-1">
                <a:solidFill>
                  <a:srgbClr val="000000"/>
                </a:solidFill>
                <a:latin typeface="Arial" panose="020B0604020202020204"/>
              </a:rPr>
              <a:t>Retinal OCT (Optical Coherence Tomography) images are widely used in clinical practice for the diagnosis and management of various retinal diseases. </a:t>
            </a:r>
            <a:endParaRPr lang="en-IN" sz="1400" b="0" strike="noStrike" spc="-1">
              <a:solidFill>
                <a:srgbClr val="000000"/>
              </a:solidFill>
              <a:latin typeface="Arial" panose="020B0604020202020204"/>
            </a:endParaRPr>
          </a:p>
          <a:p>
            <a:pPr marL="228600" indent="-228600">
              <a:lnSpc>
                <a:spcPct val="150000"/>
              </a:lnSpc>
              <a:spcBef>
                <a:spcPts val="1000"/>
              </a:spcBef>
              <a:buClr>
                <a:srgbClr val="000000"/>
              </a:buClr>
              <a:buFont typeface="Arial" panose="020B0604020202020204"/>
              <a:buChar char="•"/>
              <a:defRPr/>
            </a:pPr>
            <a:r>
              <a:rPr lang="en-IN" sz="1400" b="0" strike="noStrike" spc="-1">
                <a:solidFill>
                  <a:srgbClr val="000000"/>
                </a:solidFill>
                <a:latin typeface="Arial" panose="020B0604020202020204"/>
              </a:rPr>
              <a:t>However,manual interpretation of OCT images is time-consuming and requires significant expertise, which limits their availability in resource-limited settings.</a:t>
            </a:r>
            <a:endParaRPr lang="en-IN" sz="1400" b="0" strike="noStrike" spc="-1">
              <a:solidFill>
                <a:srgbClr val="000000"/>
              </a:solidFill>
              <a:latin typeface="Arial" panose="020B0604020202020204"/>
            </a:endParaRPr>
          </a:p>
          <a:p>
            <a:pPr marL="228600" indent="-228600">
              <a:lnSpc>
                <a:spcPct val="150000"/>
              </a:lnSpc>
              <a:spcBef>
                <a:spcPts val="1000"/>
              </a:spcBef>
              <a:buClr>
                <a:srgbClr val="000000"/>
              </a:buClr>
              <a:buFont typeface="Arial" panose="020B0604020202020204"/>
              <a:buChar char="•"/>
              <a:defRPr/>
            </a:pPr>
            <a:r>
              <a:rPr lang="en-IN" sz="1400" b="0" strike="noStrike" spc="-1">
                <a:solidFill>
                  <a:srgbClr val="000000"/>
                </a:solidFill>
                <a:latin typeface="Arial" panose="020B0604020202020204"/>
              </a:rPr>
              <a:t>The system should be able to accurately classify OCT images into different pathology categories.</a:t>
            </a:r>
            <a:endParaRPr lang="en-IN" sz="1400" b="0" strike="noStrike" spc="-1">
              <a:solidFill>
                <a:srgbClr val="000000"/>
              </a:solidFill>
              <a:latin typeface="Arial" panose="020B0604020202020204"/>
            </a:endParaRPr>
          </a:p>
          <a:p>
            <a:pPr marL="228600" indent="-228600">
              <a:lnSpc>
                <a:spcPct val="150000"/>
              </a:lnSpc>
              <a:spcBef>
                <a:spcPts val="1000"/>
              </a:spcBef>
              <a:buClr>
                <a:srgbClr val="000000"/>
              </a:buClr>
              <a:buFont typeface="Arial" panose="020B0604020202020204"/>
              <a:buChar char="•"/>
              <a:defRPr/>
            </a:pPr>
            <a:r>
              <a:rPr lang="en-IN" sz="1400" b="0" strike="noStrike" spc="-1">
                <a:solidFill>
                  <a:srgbClr val="000000"/>
                </a:solidFill>
                <a:latin typeface="Arial" panose="020B0604020202020204"/>
              </a:rPr>
              <a:t>The system should also be able to provide a probability score for each classification to facilitate decision-making by clinicians. </a:t>
            </a:r>
            <a:endParaRPr lang="en-IN" sz="1400" b="0" strike="noStrike" spc="-1">
              <a:solidFill>
                <a:srgbClr val="000000"/>
              </a:solidFill>
              <a:latin typeface="Arial" panose="020B0604020202020204"/>
            </a:endParaRPr>
          </a:p>
          <a:p>
            <a:pPr marL="228600" indent="-228600">
              <a:lnSpc>
                <a:spcPct val="150000"/>
              </a:lnSpc>
              <a:spcBef>
                <a:spcPts val="1000"/>
              </a:spcBef>
              <a:buClr>
                <a:srgbClr val="000000"/>
              </a:buClr>
              <a:buFont typeface="Arial" panose="020B0604020202020204"/>
              <a:buChar char="•"/>
              <a:defRPr/>
            </a:pPr>
            <a:r>
              <a:rPr lang="en-IN" sz="1400" b="0" strike="noStrike" spc="-1">
                <a:solidFill>
                  <a:srgbClr val="000000"/>
                </a:solidFill>
                <a:latin typeface="Arial" panose="020B0604020202020204"/>
              </a:rPr>
              <a:t>The development of such a system could potentially improve the accuracy and efficiency of the diagnosis and management of retinal diseases, particularly in resource-limited settings.</a:t>
            </a:r>
            <a:endParaRPr lang="en-IN" sz="140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5" name="PlaceHolder 1"/>
          <p:cNvSpPr>
            <a:spLocks noGrp="1"/>
          </p:cNvSpPr>
          <p:nvPr>
            <p:ph type="title"/>
          </p:nvPr>
        </p:nvSpPr>
        <p:spPr bwMode="auto">
          <a:xfrm>
            <a:off x="692944" y="301923"/>
            <a:ext cx="8691860" cy="1093291"/>
          </a:xfrm>
          <a:prstGeom prst="rect">
            <a:avLst/>
          </a:prstGeom>
          <a:noFill/>
          <a:ln w="0">
            <a:noFill/>
          </a:ln>
        </p:spPr>
        <p:txBody>
          <a:bodyPr lIns="74414" tIns="37207" rIns="74414" bIns="37207" anchor="ctr">
            <a:noAutofit/>
          </a:bodyPr>
          <a:p>
            <a:pPr indent="0" algn="ctr">
              <a:lnSpc>
                <a:spcPct val="90000"/>
              </a:lnSpc>
              <a:buNone/>
              <a:tabLst>
                <a:tab pos="0" algn="l"/>
              </a:tabLst>
              <a:defRPr/>
            </a:pPr>
            <a:r>
              <a:rPr lang="en-IN" sz="3640" b="0" strike="noStrike" spc="-1">
                <a:solidFill>
                  <a:srgbClr val="000000"/>
                </a:solidFill>
                <a:latin typeface="Arial" panose="020B0604020202020204"/>
              </a:rPr>
              <a:t>SCOPE</a:t>
            </a:r>
            <a:endParaRPr lang="en-IN" sz="3640" b="0" strike="noStrike" spc="-1">
              <a:solidFill>
                <a:srgbClr val="000000"/>
              </a:solidFill>
              <a:latin typeface="Arial" panose="020B0604020202020204"/>
            </a:endParaRPr>
          </a:p>
        </p:txBody>
      </p:sp>
      <p:sp>
        <p:nvSpPr>
          <p:cNvPr id="96" name="PlaceHolder 2"/>
          <p:cNvSpPr>
            <a:spLocks noGrp="1"/>
          </p:cNvSpPr>
          <p:nvPr>
            <p:ph/>
          </p:nvPr>
        </p:nvSpPr>
        <p:spPr bwMode="auto">
          <a:xfrm>
            <a:off x="692785" y="1191260"/>
            <a:ext cx="8691880" cy="3950335"/>
          </a:xfrm>
          <a:prstGeom prst="rect">
            <a:avLst/>
          </a:prstGeom>
          <a:noFill/>
          <a:ln w="0">
            <a:noFill/>
          </a:ln>
        </p:spPr>
        <p:txBody>
          <a:bodyPr lIns="74414" tIns="37207" rIns="74414" bIns="37207" anchor="t">
            <a:noAutofit/>
          </a:bodyPr>
          <a:p>
            <a:pPr marL="228600" indent="-228600">
              <a:lnSpc>
                <a:spcPct val="150000"/>
              </a:lnSpc>
              <a:spcBef>
                <a:spcPts val="1000"/>
              </a:spcBef>
              <a:buClr>
                <a:srgbClr val="000000"/>
              </a:buClr>
              <a:buFont typeface="Arial" panose="020B0604020202020204"/>
              <a:buChar char="•"/>
              <a:defRPr/>
            </a:pPr>
            <a:r>
              <a:rPr lang="en-US" sz="1600" b="0" strike="noStrike" spc="-1">
                <a:solidFill>
                  <a:srgbClr val="000000"/>
                </a:solidFill>
                <a:cs typeface="Arial" panose="020B0604020202020204" pitchFamily="34" charset="0"/>
              </a:rPr>
              <a:t>To improve the accuracy and speed of diagnosis</a:t>
            </a:r>
            <a:endParaRPr lang="en-IN" sz="1600" b="0" strike="noStrike" spc="-1">
              <a:solidFill>
                <a:srgbClr val="000000"/>
              </a:solidFill>
              <a:cs typeface="Arial" panose="020B0604020202020204" pitchFamily="34" charset="0"/>
            </a:endParaRPr>
          </a:p>
          <a:p>
            <a:pPr marL="228600" indent="-228600">
              <a:lnSpc>
                <a:spcPct val="150000"/>
              </a:lnSpc>
              <a:spcBef>
                <a:spcPts val="1000"/>
              </a:spcBef>
              <a:buClr>
                <a:srgbClr val="000000"/>
              </a:buClr>
              <a:buFont typeface="Arial" panose="020B0604020202020204"/>
              <a:buChar char="•"/>
              <a:defRPr/>
            </a:pPr>
            <a:r>
              <a:rPr lang="en-US" sz="1600" b="0" strike="noStrike" spc="-1">
                <a:solidFill>
                  <a:srgbClr val="000000"/>
                </a:solidFill>
                <a:cs typeface="Arial" panose="020B0604020202020204" pitchFamily="34" charset="0"/>
              </a:rPr>
              <a:t>To reduce the workload on ophthalmologists</a:t>
            </a:r>
            <a:endParaRPr lang="en-IN" sz="1600" b="0" strike="noStrike" spc="-1">
              <a:solidFill>
                <a:srgbClr val="000000"/>
              </a:solidFill>
              <a:cs typeface="Arial" panose="020B0604020202020204" pitchFamily="34" charset="0"/>
            </a:endParaRPr>
          </a:p>
          <a:p>
            <a:pPr marL="228600" indent="-228600">
              <a:lnSpc>
                <a:spcPct val="150000"/>
              </a:lnSpc>
              <a:spcBef>
                <a:spcPts val="1000"/>
              </a:spcBef>
              <a:buClr>
                <a:srgbClr val="000000"/>
              </a:buClr>
              <a:buFont typeface="Arial" panose="020B0604020202020204"/>
              <a:buChar char="•"/>
              <a:defRPr/>
            </a:pPr>
            <a:r>
              <a:rPr lang="en-US" sz="1600" b="0" strike="noStrike" spc="-1">
                <a:solidFill>
                  <a:srgbClr val="000000"/>
                </a:solidFill>
                <a:cs typeface="Arial" panose="020B0604020202020204" pitchFamily="34" charset="0"/>
              </a:rPr>
              <a:t>To monitor the progression of a disease</a:t>
            </a:r>
            <a:endParaRPr lang="en-IN" sz="1600" b="0" strike="noStrike" spc="-1">
              <a:solidFill>
                <a:srgbClr val="000000"/>
              </a:solidFill>
              <a:cs typeface="Arial" panose="020B0604020202020204" pitchFamily="34" charset="0"/>
            </a:endParaRPr>
          </a:p>
          <a:p>
            <a:pPr marL="228600" indent="-228600">
              <a:lnSpc>
                <a:spcPct val="150000"/>
              </a:lnSpc>
              <a:spcBef>
                <a:spcPts val="1000"/>
              </a:spcBef>
              <a:buClr>
                <a:srgbClr val="000000"/>
              </a:buClr>
              <a:buFont typeface="Arial" panose="020B0604020202020204"/>
              <a:buChar char="•"/>
              <a:defRPr/>
            </a:pPr>
            <a:r>
              <a:rPr lang="en-IN" sz="1600" b="0" strike="noStrike" spc="-1">
                <a:solidFill>
                  <a:srgbClr val="000000"/>
                </a:solidFill>
                <a:cs typeface="Arial" panose="020B0604020202020204" pitchFamily="34" charset="0"/>
              </a:rPr>
              <a:t>To improve patient outcomes</a:t>
            </a:r>
            <a:endParaRPr lang="en-IN" sz="1600" b="0" strike="noStrike" spc="-1">
              <a:solidFill>
                <a:srgbClr val="000000"/>
              </a:solidFill>
              <a:cs typeface="Arial" panose="020B0604020202020204" pitchFamily="34" charset="0"/>
            </a:endParaRPr>
          </a:p>
          <a:p>
            <a:pPr marL="228600" indent="-228600">
              <a:lnSpc>
                <a:spcPct val="150000"/>
              </a:lnSpc>
              <a:spcBef>
                <a:spcPts val="1000"/>
              </a:spcBef>
              <a:buClr>
                <a:srgbClr val="000000"/>
              </a:buClr>
              <a:buFont typeface="Arial" panose="020B0604020202020204"/>
              <a:buChar char="•"/>
              <a:defRPr/>
            </a:pPr>
            <a:r>
              <a:rPr lang="en-IN" sz="1600" b="0" strike="noStrike" spc="-1">
                <a:solidFill>
                  <a:srgbClr val="000000"/>
                </a:solidFill>
                <a:cs typeface="Arial" panose="020B0604020202020204" pitchFamily="34" charset="0"/>
              </a:rPr>
              <a:t>To address the lack of experts</a:t>
            </a:r>
            <a:endParaRPr lang="en-IN" sz="1600" b="0" strike="noStrike" spc="-1">
              <a:solidFill>
                <a:srgbClr val="000000"/>
              </a:solidFill>
              <a:cs typeface="Arial" panose="020B0604020202020204" pitchFamily="34" charset="0"/>
            </a:endParaRPr>
          </a:p>
          <a:p>
            <a:pPr marL="228600" indent="-228600">
              <a:lnSpc>
                <a:spcPct val="150000"/>
              </a:lnSpc>
              <a:spcBef>
                <a:spcPts val="1000"/>
              </a:spcBef>
              <a:buClr>
                <a:srgbClr val="000000"/>
              </a:buClr>
              <a:buFont typeface="Arial" panose="020B0604020202020204"/>
              <a:buChar char="•"/>
              <a:defRPr/>
            </a:pPr>
            <a:r>
              <a:rPr lang="en-IN" sz="1600" b="0" strike="noStrike" spc="-1">
                <a:solidFill>
                  <a:srgbClr val="000000"/>
                </a:solidFill>
                <a:cs typeface="Arial" panose="020B0604020202020204" pitchFamily="34" charset="0"/>
              </a:rPr>
              <a:t>To improve patient's experience</a:t>
            </a:r>
            <a:endParaRPr lang="en-IN" sz="1600" b="0" strike="noStrike" spc="-1">
              <a:solidFill>
                <a:srgbClr val="000000"/>
              </a:solidFill>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altLang="en-US" sz="3800"/>
              <a:t>MOTIVATION</a:t>
            </a:r>
            <a:endParaRPr lang="en-IN" altLang="en-US" sz="3800"/>
          </a:p>
        </p:txBody>
      </p:sp>
      <p:sp>
        <p:nvSpPr>
          <p:cNvPr id="3" name="Subtitle 2"/>
          <p:cNvSpPr>
            <a:spLocks noGrp="1"/>
          </p:cNvSpPr>
          <p:nvPr>
            <p:ph type="subTitle"/>
          </p:nvPr>
        </p:nvSpPr>
        <p:spPr/>
        <p:txBody>
          <a:bodyPr>
            <a:normAutofit fontScale="60000"/>
          </a:bodyPr>
          <a:p>
            <a:pPr marL="171450" indent="-171450">
              <a:buFont typeface="Wingdings" panose="05000000000000000000" charset="0"/>
              <a:buChar char="Ø"/>
            </a:pPr>
            <a:r>
              <a:rPr lang="en-US"/>
              <a:t>Early Detection and Intervention: OCT imaging provides high-resolution, cross-sectional images of the retina and other ocular structures. By analyzing these images, clinicians can detect subtle changes associated with various pathologies at early stages, facilitating timely intervention and potentially preventing vision loss.</a:t>
            </a:r>
            <a:endParaRPr lang="en-US"/>
          </a:p>
          <a:p>
            <a:pPr marL="171450" indent="-171450">
              <a:buFont typeface="Wingdings" panose="05000000000000000000" charset="0"/>
              <a:buChar char="Ø"/>
            </a:pPr>
            <a:endParaRPr lang="en-US"/>
          </a:p>
          <a:p>
            <a:pPr marL="171450" indent="-171450">
              <a:buFont typeface="Wingdings" panose="05000000000000000000" charset="0"/>
              <a:buChar char="Ø"/>
            </a:pPr>
            <a:r>
              <a:rPr lang="en-US"/>
              <a:t>Improved Diagnostic Accuracy: Traditional methods of diagnosing retinal diseases often rely on subjective assessments and clinical examinations. OCT imaging offers objective and quantitative measurements of retinal thickness, morphology, and microstructural changes, enhancing diagnostic accuracy and reliability.</a:t>
            </a:r>
            <a:endParaRPr lang="en-US"/>
          </a:p>
          <a:p>
            <a:pPr marL="171450" indent="-171450">
              <a:buFont typeface="Wingdings" panose="05000000000000000000" charset="0"/>
              <a:buChar char="Ø"/>
            </a:pPr>
            <a:endParaRPr lang="en-US"/>
          </a:p>
          <a:p>
            <a:pPr marL="171450" indent="-171450">
              <a:buFont typeface="Wingdings" panose="05000000000000000000" charset="0"/>
              <a:buChar char="Ø"/>
            </a:pPr>
            <a:r>
              <a:rPr lang="en-US"/>
              <a:t>Monitoring Disease Progression: Pathology detection using OCT enables clinicians to monitor disease progression over time with greater precision. By tracking changes in retinal morphology and assessing treatment responses, clinicians can tailor interventions and adjust treatment plans accordingly.</a:t>
            </a:r>
            <a:endParaRPr lang="en-US"/>
          </a:p>
          <a:p>
            <a:pPr marL="171450" indent="-171450">
              <a:buFont typeface="Wingdings" panose="05000000000000000000" charset="0"/>
              <a:buChar char="Ø"/>
            </a:pPr>
            <a:endParaRPr lang="en-US"/>
          </a:p>
          <a:p>
            <a:pPr marL="171450" indent="-171450">
              <a:buFont typeface="Wingdings" panose="05000000000000000000" charset="0"/>
              <a:buChar char="Ø"/>
            </a:pPr>
            <a:r>
              <a:rPr lang="en-US"/>
              <a:t>Personalized Treatment Approaches: OCT-based pathology detection allows for the development of personalized treatment approaches tailored to individual patient characteristics and disease manifestations. This personalized approach can optimize treatment outcomes and improve patient satisfaction.</a:t>
            </a:r>
            <a:endParaRPr lang="en-US"/>
          </a:p>
          <a:p>
            <a:pPr marL="171450" indent="-171450">
              <a:buFont typeface="Wingdings" panose="05000000000000000000" charset="0"/>
              <a:buChar char="Ø"/>
            </a:pPr>
            <a:endParaRPr lang="en-US"/>
          </a:p>
          <a:p>
            <a:pPr marL="171450" indent="-171450">
              <a:buFont typeface="Wingdings" panose="05000000000000000000" charset="0"/>
              <a:buChar char="Ø"/>
            </a:pPr>
            <a:r>
              <a:rPr lang="en-US"/>
              <a:t>Advancements in Technology: With advancements in OCT technology, such as spectral domain OCT (SD-OCT) and swept-source OCT (SS-OCT), imaging capabilities have improved, allowing for faster image acquisition, higher resolution, and deeper penetration into ocular tissues. These technological advancements enhance the potential for accurate and reliable pathology detection.</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9" name="PlaceHolder 1"/>
          <p:cNvSpPr>
            <a:spLocks noGrp="1"/>
          </p:cNvSpPr>
          <p:nvPr>
            <p:ph type="title"/>
          </p:nvPr>
        </p:nvSpPr>
        <p:spPr bwMode="auto">
          <a:xfrm>
            <a:off x="692944" y="301923"/>
            <a:ext cx="8691860" cy="1093291"/>
          </a:xfrm>
          <a:prstGeom prst="rect">
            <a:avLst/>
          </a:prstGeom>
          <a:noFill/>
          <a:ln w="0">
            <a:noFill/>
          </a:ln>
        </p:spPr>
        <p:txBody>
          <a:bodyPr lIns="74414" tIns="37207" rIns="74414" bIns="37207" anchor="ctr">
            <a:noAutofit/>
          </a:bodyPr>
          <a:p>
            <a:pPr indent="0" algn="ctr">
              <a:lnSpc>
                <a:spcPct val="90000"/>
              </a:lnSpc>
              <a:buNone/>
              <a:tabLst>
                <a:tab pos="0" algn="l"/>
              </a:tabLst>
              <a:defRPr/>
            </a:pPr>
            <a:r>
              <a:rPr lang="en-IN" sz="3640" b="1" strike="noStrike" spc="-1">
                <a:solidFill>
                  <a:srgbClr val="000000"/>
                </a:solidFill>
                <a:latin typeface="Calibri Light" panose="020F0302020204030204"/>
                <a:ea typeface="Arial" panose="020B0604020202020204"/>
              </a:rPr>
              <a:t>Research </a:t>
            </a:r>
            <a:r>
              <a:rPr lang="en-US" sz="3640" b="1" strike="noStrike" spc="-1">
                <a:solidFill>
                  <a:srgbClr val="000000"/>
                </a:solidFill>
                <a:latin typeface="Calibri Light" panose="020F0302020204030204"/>
                <a:ea typeface="Arial" panose="020B0604020202020204"/>
              </a:rPr>
              <a:t>Challenges</a:t>
            </a:r>
            <a:endParaRPr lang="en-IN" sz="3640" b="0" strike="noStrike" spc="-1">
              <a:solidFill>
                <a:srgbClr val="000000"/>
              </a:solidFill>
              <a:latin typeface="Arial" panose="020B0604020202020204"/>
            </a:endParaRPr>
          </a:p>
        </p:txBody>
      </p:sp>
      <p:sp>
        <p:nvSpPr>
          <p:cNvPr id="100" name="PlaceHolder 2"/>
          <p:cNvSpPr>
            <a:spLocks noGrp="1"/>
          </p:cNvSpPr>
          <p:nvPr>
            <p:ph/>
          </p:nvPr>
        </p:nvSpPr>
        <p:spPr bwMode="auto">
          <a:xfrm>
            <a:off x="692944" y="1509514"/>
            <a:ext cx="8691860" cy="3595092"/>
          </a:xfrm>
          <a:prstGeom prst="rect">
            <a:avLst/>
          </a:prstGeom>
          <a:noFill/>
          <a:ln w="0">
            <a:noFill/>
          </a:ln>
        </p:spPr>
        <p:txBody>
          <a:bodyPr lIns="74414" tIns="37207" rIns="74414" bIns="37207" anchor="t">
            <a:noAutofit/>
          </a:bodyPr>
          <a:p>
            <a:pPr marL="394335" indent="-394335">
              <a:lnSpc>
                <a:spcPct val="150000"/>
              </a:lnSpc>
              <a:spcBef>
                <a:spcPts val="1000"/>
              </a:spcBef>
              <a:buClr>
                <a:srgbClr val="000000"/>
              </a:buClr>
              <a:buFont typeface="Arial" panose="020B0604020202020204"/>
              <a:buChar char="•"/>
              <a:defRPr/>
            </a:pPr>
            <a:r>
              <a:rPr lang="en-IN" sz="1800" b="0" strike="noStrike" spc="-1">
                <a:solidFill>
                  <a:srgbClr val="000000"/>
                </a:solidFill>
                <a:ea typeface="Arial" panose="020B0604020202020204"/>
                <a:cs typeface="Arial" panose="020B0604020202020204" pitchFamily="34" charset="0"/>
              </a:rPr>
              <a:t>Data diversity: There is significant variability in the appearance of retinal pathologies in OCT images, which can make it difficult to develop models that generalize well to different cases.</a:t>
            </a:r>
            <a:endParaRPr lang="en-IN" sz="1800" b="0" strike="noStrike" spc="-1">
              <a:solidFill>
                <a:srgbClr val="000000"/>
              </a:solidFill>
              <a:cs typeface="Arial" panose="020B0604020202020204" pitchFamily="34" charset="0"/>
            </a:endParaRPr>
          </a:p>
          <a:p>
            <a:pPr marL="394335" indent="-394335">
              <a:lnSpc>
                <a:spcPct val="150000"/>
              </a:lnSpc>
              <a:spcBef>
                <a:spcPts val="1000"/>
              </a:spcBef>
              <a:buClr>
                <a:srgbClr val="000000"/>
              </a:buClr>
              <a:buFont typeface="Arial" panose="020B0604020202020204"/>
              <a:buChar char="•"/>
              <a:defRPr/>
            </a:pPr>
            <a:r>
              <a:rPr lang="en-US" sz="1800" b="0" strike="noStrike" spc="-1">
                <a:solidFill>
                  <a:srgbClr val="000000"/>
                </a:solidFill>
                <a:ea typeface="Arial" panose="020B0604020202020204"/>
                <a:cs typeface="Arial" panose="020B0604020202020204" pitchFamily="34" charset="0"/>
              </a:rPr>
              <a:t>Data availability: Retinal OCT imaging is a relatively new technology, and there is a limited amount of high-quality labeled data available for training models.</a:t>
            </a:r>
            <a:endParaRPr lang="en-IN" sz="1800" b="0" strike="noStrike" spc="-1">
              <a:solidFill>
                <a:srgbClr val="000000"/>
              </a:solidFill>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3" name="PlaceHolder 1"/>
          <p:cNvSpPr>
            <a:spLocks noGrp="1"/>
          </p:cNvSpPr>
          <p:nvPr>
            <p:ph type="title"/>
          </p:nvPr>
        </p:nvSpPr>
        <p:spPr bwMode="auto">
          <a:xfrm>
            <a:off x="692944" y="301923"/>
            <a:ext cx="8691860" cy="1093291"/>
          </a:xfrm>
          <a:prstGeom prst="rect">
            <a:avLst/>
          </a:prstGeom>
          <a:noFill/>
          <a:ln w="0">
            <a:noFill/>
          </a:ln>
        </p:spPr>
        <p:txBody>
          <a:bodyPr lIns="74414" tIns="37207" rIns="74414" bIns="37207" anchor="ctr">
            <a:noAutofit/>
          </a:bodyPr>
          <a:p>
            <a:pPr indent="0" algn="ctr">
              <a:lnSpc>
                <a:spcPct val="90000"/>
              </a:lnSpc>
              <a:buNone/>
              <a:tabLst>
                <a:tab pos="0" algn="l"/>
              </a:tabLst>
              <a:defRPr/>
            </a:pPr>
            <a:r>
              <a:rPr lang="en-IN" sz="3640" b="1" strike="noStrike" spc="-1">
                <a:solidFill>
                  <a:srgbClr val="000000"/>
                </a:solidFill>
                <a:latin typeface="Calibri Light" panose="020F0302020204030204"/>
                <a:ea typeface="Arial" panose="020B0604020202020204"/>
              </a:rPr>
              <a:t>Research </a:t>
            </a:r>
            <a:r>
              <a:rPr lang="en-US" sz="3640" b="1" strike="noStrike" spc="-1">
                <a:solidFill>
                  <a:srgbClr val="000000"/>
                </a:solidFill>
                <a:latin typeface="Calibri Light" panose="020F0302020204030204"/>
                <a:ea typeface="Arial" panose="020B0604020202020204"/>
              </a:rPr>
              <a:t>Objectives</a:t>
            </a:r>
            <a:endParaRPr lang="en-IN" sz="3640" b="0" strike="noStrike" spc="-1">
              <a:solidFill>
                <a:srgbClr val="000000"/>
              </a:solidFill>
              <a:latin typeface="Arial" panose="020B0604020202020204"/>
            </a:endParaRPr>
          </a:p>
        </p:txBody>
      </p:sp>
      <p:sp>
        <p:nvSpPr>
          <p:cNvPr id="104" name="PlaceHolder 2"/>
          <p:cNvSpPr>
            <a:spLocks noGrp="1"/>
          </p:cNvSpPr>
          <p:nvPr>
            <p:ph/>
          </p:nvPr>
        </p:nvSpPr>
        <p:spPr bwMode="auto">
          <a:xfrm>
            <a:off x="692944" y="1509514"/>
            <a:ext cx="8691860" cy="3595092"/>
          </a:xfrm>
          <a:prstGeom prst="rect">
            <a:avLst/>
          </a:prstGeom>
          <a:noFill/>
          <a:ln w="0">
            <a:noFill/>
          </a:ln>
        </p:spPr>
        <p:txBody>
          <a:bodyPr lIns="74414" tIns="37207" rIns="74414" bIns="37207" anchor="t">
            <a:noAutofit/>
          </a:bodyPr>
          <a:p>
            <a:pPr marL="228600" indent="-228600">
              <a:lnSpc>
                <a:spcPct val="150000"/>
              </a:lnSpc>
              <a:spcBef>
                <a:spcPts val="1000"/>
              </a:spcBef>
              <a:buClr>
                <a:srgbClr val="000000"/>
              </a:buClr>
              <a:buFont typeface="Arial" panose="020B0604020202020204"/>
              <a:buChar char="•"/>
              <a:defRPr/>
            </a:pPr>
            <a:r>
              <a:rPr lang="en-US" sz="1820" b="0" strike="noStrike" spc="-1">
                <a:solidFill>
                  <a:srgbClr val="000000"/>
                </a:solidFill>
                <a:latin typeface="Calibri" panose="020F0502020204030204"/>
              </a:rPr>
              <a:t>To develop accurate and robust deep learning models for retinal OCT pathology classification. This would involve training models on large, annotated datasets of retinal OCT images, and testing them on new, unseen images.</a:t>
            </a:r>
            <a:endParaRPr lang="en-IN" sz="1820" b="0" strike="noStrike" spc="-1">
              <a:solidFill>
                <a:srgbClr val="000000"/>
              </a:solidFill>
              <a:latin typeface="Arial" panose="020B0604020202020204"/>
            </a:endParaRPr>
          </a:p>
          <a:p>
            <a:pPr marL="228600" indent="-228600">
              <a:lnSpc>
                <a:spcPct val="150000"/>
              </a:lnSpc>
              <a:spcBef>
                <a:spcPts val="1000"/>
              </a:spcBef>
              <a:buClr>
                <a:srgbClr val="000000"/>
              </a:buClr>
              <a:buFont typeface="Arial" panose="020B0604020202020204"/>
              <a:buChar char="•"/>
              <a:defRPr/>
            </a:pPr>
            <a:r>
              <a:rPr lang="en-US" sz="1820" b="0" strike="noStrike" spc="-1">
                <a:solidFill>
                  <a:srgbClr val="000000"/>
                </a:solidFill>
                <a:latin typeface="Calibri" panose="020F0502020204030204"/>
              </a:rPr>
              <a:t>To improve the interpretability of the models, by developing methods for understanding how the models make their predictions, and identifying and correcting errors.</a:t>
            </a:r>
            <a:endParaRPr lang="en-IN" sz="1820" b="0" strike="noStrike" spc="-1">
              <a:solidFill>
                <a:srgbClr val="000000"/>
              </a:solidFill>
              <a:latin typeface="Arial" panose="020B0604020202020204"/>
            </a:endParaRPr>
          </a:p>
          <a:p>
            <a:pPr marL="228600" indent="-228600">
              <a:lnSpc>
                <a:spcPct val="150000"/>
              </a:lnSpc>
              <a:spcBef>
                <a:spcPts val="1000"/>
              </a:spcBef>
              <a:buClr>
                <a:srgbClr val="000000"/>
              </a:buClr>
              <a:buFont typeface="Arial" panose="020B0604020202020204"/>
              <a:buChar char="•"/>
              <a:defRPr/>
            </a:pPr>
            <a:r>
              <a:rPr lang="en-IN" sz="1820" b="0" strike="noStrike" spc="-1">
                <a:solidFill>
                  <a:srgbClr val="000000"/>
                </a:solidFill>
                <a:latin typeface="Calibri" panose="020F0502020204030204"/>
              </a:rPr>
              <a:t>To improve the generalization of the models, by developing methods for dealing with variability in image quality and acquisition.</a:t>
            </a:r>
            <a:endParaRPr lang="en-IN" sz="1820" b="0" strike="noStrike" spc="-1">
              <a:solidFill>
                <a:srgbClr val="000000"/>
              </a:solidFill>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1" name="PlaceHolder 1"/>
          <p:cNvSpPr>
            <a:spLocks noGrp="1"/>
          </p:cNvSpPr>
          <p:nvPr>
            <p:ph type="title"/>
          </p:nvPr>
        </p:nvSpPr>
        <p:spPr bwMode="auto">
          <a:prstGeom prst="rect">
            <a:avLst/>
          </a:prstGeom>
          <a:noFill/>
          <a:ln w="0">
            <a:noFill/>
          </a:ln>
        </p:spPr>
        <p:txBody>
          <a:bodyPr lIns="74414" tIns="37207" rIns="74414" bIns="37207" anchor="ctr">
            <a:noAutofit/>
          </a:bodyPr>
          <a:p>
            <a:pPr indent="0" algn="ctr">
              <a:lnSpc>
                <a:spcPct val="90000"/>
              </a:lnSpc>
              <a:buNone/>
              <a:tabLst>
                <a:tab pos="0" algn="l"/>
              </a:tabLst>
              <a:defRPr/>
            </a:pPr>
            <a:r>
              <a:rPr lang="en-US" sz="3640" b="1" strike="noStrike" spc="-1">
                <a:solidFill>
                  <a:srgbClr val="000000"/>
                </a:solidFill>
                <a:latin typeface="Calibri Light" panose="020F0302020204030204"/>
                <a:ea typeface="Arial" panose="020B0604020202020204"/>
              </a:rPr>
              <a:t>Proposed System</a:t>
            </a:r>
            <a:r>
              <a:rPr lang="en-US" sz="3640" b="0" strike="noStrike" spc="-1">
                <a:solidFill>
                  <a:srgbClr val="000000"/>
                </a:solidFill>
                <a:latin typeface="Arial" panose="020B0604020202020204"/>
                <a:ea typeface="Arial" panose="020B0604020202020204"/>
              </a:rPr>
              <a:t> - </a:t>
            </a:r>
            <a:r>
              <a:rPr lang="en-US" sz="3640" b="0" strike="noStrike" spc="-1">
                <a:solidFill>
                  <a:srgbClr val="000000"/>
                </a:solidFill>
                <a:latin typeface="Calibri" panose="020F0502020204030204"/>
                <a:ea typeface="Arial" panose="020B0604020202020204"/>
              </a:rPr>
              <a:t>Diagram</a:t>
            </a:r>
            <a:endParaRPr lang="en-IN" sz="3640" b="0" strike="noStrike" spc="-1">
              <a:solidFill>
                <a:srgbClr val="000000"/>
              </a:solidFill>
              <a:latin typeface="Arial" panose="020B0604020202020204"/>
            </a:endParaRPr>
          </a:p>
        </p:txBody>
      </p:sp>
      <p:sp>
        <p:nvSpPr>
          <p:cNvPr id="2" name="Content Placeholder 1"/>
          <p:cNvSpPr>
            <a:spLocks noGrp="1"/>
          </p:cNvSpPr>
          <p:nvPr>
            <p:ph/>
          </p:nvPr>
        </p:nvSpPr>
        <p:spPr/>
        <p:txBody>
          <a:bodyPr/>
          <a:p>
            <a:endParaRPr lang="en-US"/>
          </a:p>
        </p:txBody>
      </p:sp>
      <p:pic>
        <p:nvPicPr>
          <p:cNvPr id="4" name="Content Placeholder 3"/>
          <p:cNvPicPr>
            <a:picLocks noChangeAspect="1"/>
          </p:cNvPicPr>
          <p:nvPr>
            <p:ph/>
          </p:nvPr>
        </p:nvPicPr>
        <p:blipFill>
          <a:blip r:embed="rId1"/>
          <a:stretch>
            <a:fillRect/>
          </a:stretch>
        </p:blipFill>
        <p:spPr>
          <a:xfrm>
            <a:off x="539750" y="1283970"/>
            <a:ext cx="8173085" cy="35134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3800"/>
              <a:t>VGG16 ARCHITECTURE</a:t>
            </a:r>
            <a:endParaRPr lang="en-IN" altLang="en-US" sz="3800"/>
          </a:p>
        </p:txBody>
      </p:sp>
      <p:sp>
        <p:nvSpPr>
          <p:cNvPr id="5" name="Content Placeholder 4"/>
          <p:cNvSpPr>
            <a:spLocks noGrp="1"/>
          </p:cNvSpPr>
          <p:nvPr>
            <p:ph/>
          </p:nvPr>
        </p:nvSpPr>
        <p:spPr/>
        <p:txBody>
          <a:bodyPr/>
          <a:p>
            <a:endParaRPr lang="en-US"/>
          </a:p>
        </p:txBody>
      </p:sp>
      <p:pic>
        <p:nvPicPr>
          <p:cNvPr id="101" name="Content Placeholder 100"/>
          <p:cNvPicPr/>
          <p:nvPr>
            <p:ph/>
          </p:nvPr>
        </p:nvPicPr>
        <p:blipFill>
          <a:blip r:embed="rId1"/>
          <a:stretch>
            <a:fillRect/>
          </a:stretch>
        </p:blipFill>
        <p:spPr>
          <a:xfrm>
            <a:off x="539750" y="1350010"/>
            <a:ext cx="9000490" cy="3011805"/>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 name="PlaceHolder 1"/>
          <p:cNvSpPr>
            <a:spLocks noGrp="1"/>
          </p:cNvSpPr>
          <p:nvPr>
            <p:ph type="title"/>
          </p:nvPr>
        </p:nvSpPr>
        <p:spPr bwMode="auto">
          <a:prstGeom prst="rect">
            <a:avLst/>
          </a:prstGeom>
          <a:noFill/>
          <a:ln w="0">
            <a:noFill/>
          </a:ln>
        </p:spPr>
        <p:txBody>
          <a:bodyPr lIns="0" tIns="0" rIns="0" bIns="0" anchor="ctr">
            <a:noAutofit/>
          </a:bodyPr>
          <a:p>
            <a:pPr>
              <a:defRPr/>
            </a:pPr>
            <a:r>
              <a:rPr lang="en-IN" sz="2700" b="0" strike="noStrike" spc="-1">
                <a:latin typeface="Arial" panose="020B0604020202020204"/>
              </a:rPr>
              <a:t>Dataset</a:t>
            </a:r>
            <a:endParaRPr lang="en-IN" sz="2700" b="0" strike="noStrike" spc="-1">
              <a:latin typeface="Arial" panose="020B0604020202020204"/>
            </a:endParaRPr>
          </a:p>
        </p:txBody>
      </p:sp>
      <p:sp>
        <p:nvSpPr>
          <p:cNvPr id="57" name="PlaceHolder 2"/>
          <p:cNvSpPr>
            <a:spLocks noGrp="1"/>
          </p:cNvSpPr>
          <p:nvPr>
            <p:ph/>
          </p:nvPr>
        </p:nvSpPr>
        <p:spPr bwMode="auto">
          <a:prstGeom prst="rect">
            <a:avLst/>
          </a:prstGeom>
          <a:noFill/>
          <a:ln w="0">
            <a:noFill/>
          </a:ln>
        </p:spPr>
        <p:txBody>
          <a:bodyPr lIns="0" tIns="0" rIns="0" bIns="0" anchor="t">
            <a:normAutofit/>
          </a:bodyPr>
          <a:p>
            <a:pPr marL="431800" indent="-323850">
              <a:spcAft>
                <a:spcPts val="1055"/>
              </a:spcAft>
              <a:buClr>
                <a:srgbClr val="91D93F"/>
              </a:buClr>
              <a:buSzPct val="45000"/>
              <a:buFont typeface="Wingdings" panose="05000000000000000000"/>
              <a:buChar char=""/>
              <a:defRPr/>
            </a:pPr>
            <a:r>
              <a:rPr lang="en-IN" sz="2000" b="0" strike="noStrike" spc="-1">
                <a:latin typeface="Arial" panose="020B0604020202020204"/>
              </a:rPr>
              <a:t>Retinal OCT Dataset – The dataset contains 84,000 images captured using retinal OCT(</a:t>
            </a:r>
            <a:r>
              <a:rPr lang="en-IN" sz="2000" b="1" i="1" strike="noStrike" spc="-1">
                <a:latin typeface="Arial" panose="020B0604020202020204"/>
              </a:rPr>
              <a:t>optical coherence tomography</a:t>
            </a:r>
            <a:r>
              <a:rPr lang="en-IN" sz="2000" b="0" strike="noStrike" spc="-1">
                <a:latin typeface="Arial" panose="020B0604020202020204"/>
              </a:rPr>
              <a:t> - </a:t>
            </a:r>
            <a:r>
              <a:rPr lang="en-IN" sz="2000" b="0" i="1" strike="noStrike" spc="-1">
                <a:latin typeface="Arial" panose="020B0604020202020204"/>
              </a:rPr>
              <a:t>it is an imaging technique used to capture high-resolution cross sections of the retinas of living patients</a:t>
            </a:r>
            <a:r>
              <a:rPr lang="en-IN" sz="2000" b="0" strike="noStrike" spc="-1">
                <a:latin typeface="Arial" panose="020B0604020202020204"/>
              </a:rPr>
              <a:t>) and divided into three classes named “</a:t>
            </a:r>
            <a:r>
              <a:rPr lang="en-IN" sz="2000" b="1" strike="noStrike" spc="-1">
                <a:latin typeface="Arial" panose="020B0604020202020204"/>
              </a:rPr>
              <a:t>CNV</a:t>
            </a:r>
            <a:r>
              <a:rPr lang="en-IN" sz="2000" b="0" strike="noStrike" spc="-1">
                <a:latin typeface="Arial" panose="020B0604020202020204"/>
              </a:rPr>
              <a:t>”, “</a:t>
            </a:r>
            <a:r>
              <a:rPr lang="en-IN" sz="2000" b="1" strike="noStrike" spc="-1">
                <a:latin typeface="Arial" panose="020B0604020202020204"/>
              </a:rPr>
              <a:t>DME</a:t>
            </a:r>
            <a:r>
              <a:rPr lang="en-IN" sz="2000" b="0" strike="noStrike" spc="-1">
                <a:latin typeface="Arial" panose="020B0604020202020204"/>
              </a:rPr>
              <a:t>”, “</a:t>
            </a:r>
            <a:r>
              <a:rPr lang="en-IN" sz="2000" b="1" strike="noStrike" spc="-1">
                <a:latin typeface="Arial" panose="020B0604020202020204"/>
              </a:rPr>
              <a:t>DRUSEN</a:t>
            </a:r>
            <a:r>
              <a:rPr lang="en-IN" sz="2000" b="0" strike="noStrike" spc="-1">
                <a:latin typeface="Arial" panose="020B0604020202020204"/>
              </a:rPr>
              <a:t>”, “</a:t>
            </a:r>
            <a:r>
              <a:rPr lang="en-IN" sz="2000" b="1" strike="noStrike" spc="-1">
                <a:latin typeface="Arial" panose="020B0604020202020204"/>
              </a:rPr>
              <a:t>NORMAL</a:t>
            </a:r>
            <a:r>
              <a:rPr lang="en-IN" sz="2000" b="0" strike="noStrike" spc="-1">
                <a:latin typeface="Arial" panose="020B0604020202020204"/>
              </a:rPr>
              <a:t>”</a:t>
            </a:r>
            <a:endParaRPr lang="en-IN" sz="2000" b="0" strike="noStrike" spc="-1">
              <a:latin typeface="Arial" panose="020B0604020202020204"/>
            </a:endParaRPr>
          </a:p>
        </p:txBody>
      </p:sp>
      <p:pic>
        <p:nvPicPr>
          <p:cNvPr id="102" name="Picture 101"/>
          <p:cNvPicPr/>
          <p:nvPr/>
        </p:nvPicPr>
        <p:blipFill>
          <a:blip r:embed="rId1" r:link="rId2"/>
          <a:stretch>
            <a:fillRect/>
          </a:stretch>
        </p:blipFill>
        <p:spPr>
          <a:xfrm>
            <a:off x="5040313" y="2835275"/>
            <a:ext cx="0" cy="0"/>
          </a:xfrm>
          <a:prstGeom prst="rect">
            <a:avLst/>
          </a:prstGeom>
          <a:noFill/>
          <a:ln w="9525">
            <a:noFill/>
          </a:ln>
        </p:spPr>
      </p:pic>
      <p:pic>
        <p:nvPicPr>
          <p:cNvPr id="3" name="Content Placeholder 2"/>
          <p:cNvPicPr>
            <a:picLocks noChangeAspect="1"/>
          </p:cNvPicPr>
          <p:nvPr>
            <p:ph/>
          </p:nvPr>
        </p:nvPicPr>
        <p:blipFill>
          <a:blip r:embed="rId3"/>
          <a:stretch>
            <a:fillRect/>
          </a:stretch>
        </p:blipFill>
        <p:spPr>
          <a:xfrm>
            <a:off x="5039995" y="2619375"/>
            <a:ext cx="3281045" cy="22967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2000">
                <a:solidFill>
                  <a:schemeClr val="tx1"/>
                </a:solidFill>
                <a:effectLst>
                  <a:outerShdw blurRad="38100" dist="19050" dir="2700000" algn="tl" rotWithShape="0">
                    <a:schemeClr val="dk1">
                      <a:alpha val="40000"/>
                    </a:schemeClr>
                  </a:outerShdw>
                </a:effectLst>
              </a:rPr>
              <a:t>                                           GUIDE APPROVAL</a:t>
            </a:r>
            <a:endParaRPr lang="en-IN" altLang="en-US" sz="2000">
              <a:solidFill>
                <a:schemeClr val="tx1"/>
              </a:solidFill>
              <a:effectLst>
                <a:outerShdw blurRad="38100" dist="19050" dir="2700000" algn="tl" rotWithShape="0">
                  <a:schemeClr val="dk1">
                    <a:alpha val="40000"/>
                  </a:schemeClr>
                </a:outerShdw>
              </a:effectLst>
            </a:endParaRPr>
          </a:p>
        </p:txBody>
      </p:sp>
      <p:sp>
        <p:nvSpPr>
          <p:cNvPr id="3" name="Content Placeholder 2"/>
          <p:cNvSpPr/>
          <p:nvPr>
            <p:ph/>
          </p:nvPr>
        </p:nvSpPr>
        <p:spPr/>
        <p:txBody>
          <a:bodyPr/>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0" name="PlaceHolder 1"/>
          <p:cNvSpPr>
            <a:spLocks noGrp="1"/>
          </p:cNvSpPr>
          <p:nvPr>
            <p:ph type="title"/>
          </p:nvPr>
        </p:nvSpPr>
        <p:spPr bwMode="auto">
          <a:xfrm>
            <a:off x="540000" y="450000"/>
            <a:ext cx="8640000" cy="630000"/>
          </a:xfrm>
          <a:prstGeom prst="rect">
            <a:avLst/>
          </a:prstGeom>
          <a:noFill/>
          <a:ln w="0">
            <a:noFill/>
          </a:ln>
        </p:spPr>
        <p:txBody>
          <a:bodyPr lIns="0" tIns="0" rIns="0" bIns="0" anchor="ctr">
            <a:noAutofit/>
          </a:bodyPr>
          <a:p>
            <a:pPr>
              <a:defRPr/>
            </a:pPr>
            <a:r>
              <a:rPr lang="en-IN" sz="2700" b="0" strike="noStrike" spc="-1">
                <a:latin typeface="Arial" panose="020B0604020202020204"/>
              </a:rPr>
              <a:t>References</a:t>
            </a:r>
            <a:endParaRPr lang="en-IN" sz="2700" b="0" strike="noStrike" spc="-1">
              <a:latin typeface="Arial" panose="020B0604020202020204"/>
            </a:endParaRPr>
          </a:p>
        </p:txBody>
      </p:sp>
      <p:sp>
        <p:nvSpPr>
          <p:cNvPr id="61" name="PlaceHolder 2"/>
          <p:cNvSpPr>
            <a:spLocks noGrp="1"/>
          </p:cNvSpPr>
          <p:nvPr>
            <p:ph/>
          </p:nvPr>
        </p:nvSpPr>
        <p:spPr bwMode="auto">
          <a:xfrm>
            <a:off x="540000" y="1350000"/>
            <a:ext cx="9000000" cy="3600000"/>
          </a:xfrm>
          <a:prstGeom prst="rect">
            <a:avLst/>
          </a:prstGeom>
          <a:noFill/>
          <a:ln w="0">
            <a:noFill/>
          </a:ln>
        </p:spPr>
        <p:txBody>
          <a:bodyPr lIns="0" tIns="0" rIns="0" bIns="0" anchor="t">
            <a:normAutofit fontScale="91000"/>
          </a:bodyPr>
          <a:p>
            <a:pPr marL="431800" indent="-323850">
              <a:lnSpc>
                <a:spcPct val="130000"/>
              </a:lnSpc>
              <a:spcBef>
                <a:spcPts val="420"/>
              </a:spcBef>
              <a:buClr>
                <a:srgbClr val="91D93F"/>
              </a:buClr>
              <a:buSzPct val="45000"/>
              <a:buFont typeface="Wingdings" panose="05000000000000000000"/>
              <a:buChar char=""/>
              <a:defRPr/>
            </a:pPr>
            <a:r>
              <a:rPr lang="en-US" sz="2000" b="0" strike="noStrike" spc="-1">
                <a:solidFill>
                  <a:srgbClr val="000000"/>
                </a:solidFill>
                <a:latin typeface="Times New Roman" panose="02020603050405020304"/>
              </a:rPr>
              <a:t>Jason Yosinski, Jeff Clune, Yoshua Bengio, and HodLipson, “How transferable are features in deep neural MRCNN networks?,” in Advances in neural information processing systems, 2014, pp. 3320–3328.</a:t>
            </a:r>
            <a:endParaRPr lang="en-IN" sz="2000" b="0" strike="noStrike" spc="-1">
              <a:latin typeface="Arial" panose="020B0604020202020204"/>
            </a:endParaRPr>
          </a:p>
          <a:p>
            <a:pPr marL="431800" indent="-323850">
              <a:lnSpc>
                <a:spcPct val="130000"/>
              </a:lnSpc>
              <a:spcBef>
                <a:spcPts val="420"/>
              </a:spcBef>
              <a:buClr>
                <a:srgbClr val="91D93F"/>
              </a:buClr>
              <a:buSzPct val="45000"/>
              <a:buFont typeface="Wingdings" panose="05000000000000000000"/>
              <a:buChar char=""/>
              <a:defRPr/>
            </a:pPr>
            <a:r>
              <a:rPr lang="en-US" sz="2000" b="0" strike="noStrike" spc="-1">
                <a:solidFill>
                  <a:srgbClr val="000000"/>
                </a:solidFill>
                <a:latin typeface="Times New Roman" panose="02020603050405020304"/>
              </a:rPr>
              <a:t>Karen Simon yan and Andrew Zisserman, “Very deep convolutional networks for large-scale image recognition,”CoRR, vol. Abs/1409.1556, 2014.</a:t>
            </a:r>
            <a:endParaRPr lang="en-IN" sz="2000" b="0" strike="noStrike" spc="-1">
              <a:latin typeface="Arial" panose="020B0604020202020204"/>
            </a:endParaRPr>
          </a:p>
          <a:p>
            <a:pPr marL="431800" indent="-323850">
              <a:lnSpc>
                <a:spcPct val="130000"/>
              </a:lnSpc>
              <a:spcBef>
                <a:spcPts val="420"/>
              </a:spcBef>
              <a:buClr>
                <a:srgbClr val="91D93F"/>
              </a:buClr>
              <a:buSzPct val="45000"/>
              <a:buFont typeface="Wingdings" panose="05000000000000000000"/>
              <a:buChar char=""/>
              <a:defRPr/>
            </a:pPr>
            <a:r>
              <a:rPr lang="en-US" sz="2000" b="0" strike="noStrike" spc="-1">
                <a:solidFill>
                  <a:srgbClr val="000000"/>
                </a:solidFill>
                <a:latin typeface="Times New Roman" panose="02020603050405020304"/>
              </a:rPr>
              <a:t>KaimingHe,GeorgiaGkioxari,PiotrDollár,andRossGirshick,“Maskr- cnn,” in Proceedings of the IEEEinternational conference on computer vision, 2017, pp.2961–2969.</a:t>
            </a:r>
            <a:endParaRPr lang="en-IN" sz="2000" b="0" strike="noStrike" spc="-1">
              <a:latin typeface="Arial" panose="020B0604020202020204"/>
            </a:endParaRPr>
          </a:p>
          <a:p>
            <a:pPr marL="431800" indent="-323850">
              <a:lnSpc>
                <a:spcPct val="130000"/>
              </a:lnSpc>
              <a:spcBef>
                <a:spcPts val="420"/>
              </a:spcBef>
              <a:buClr>
                <a:srgbClr val="91D93F"/>
              </a:buClr>
              <a:buSzPct val="45000"/>
              <a:buFont typeface="Wingdings" panose="05000000000000000000"/>
              <a:buChar char=""/>
              <a:defRPr/>
            </a:pPr>
            <a:r>
              <a:rPr lang="en-US" sz="2200" b="0" strike="noStrike" spc="-1">
                <a:solidFill>
                  <a:srgbClr val="000000"/>
                </a:solidFill>
                <a:latin typeface="Times New Roman" panose="02020603050405020304"/>
              </a:rPr>
              <a:t>Shu Liu, Lu Qi, Haifang Qin, Jianping Shi, and JiayaJia, “Path aggregation network for </a:t>
            </a:r>
            <a:r>
              <a:rPr lang="en-US" sz="2000" b="0" strike="noStrike" spc="-1">
                <a:solidFill>
                  <a:srgbClr val="000000"/>
                </a:solidFill>
                <a:latin typeface="Times New Roman" panose="02020603050405020304"/>
              </a:rPr>
              <a:t>instance segmenta-tion,”2018 IEEE/CVF Conference on Computer Vision and Pattern Recognition, pp. 8759–8768, 2018.</a:t>
            </a:r>
            <a:endParaRPr lang="en-IN" sz="2000" b="0" strike="noStrike" spc="-1">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10489</Words>
  <Application>WPS Presentation</Application>
  <PresentationFormat/>
  <Paragraphs>192</Paragraphs>
  <Slides>18</Slides>
  <Notes>9</Notes>
  <HiddenSlides>0</HiddenSlides>
  <MMClips>2</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Arial</vt:lpstr>
      <vt:lpstr>SimSun</vt:lpstr>
      <vt:lpstr>Wingdings</vt:lpstr>
      <vt:lpstr>Wingdings</vt:lpstr>
      <vt:lpstr>Arial</vt:lpstr>
      <vt:lpstr>Symbol</vt:lpstr>
      <vt:lpstr>Wingdings 2</vt:lpstr>
      <vt:lpstr>Wingdings</vt:lpstr>
      <vt:lpstr>Calibri Light</vt:lpstr>
      <vt:lpstr>Calibri</vt:lpstr>
      <vt:lpstr>Times New Roman</vt:lpstr>
      <vt:lpstr>Microsoft YaHei</vt:lpstr>
      <vt:lpstr>Arial Unicode MS</vt:lpstr>
      <vt:lpstr>DejaVu Sans</vt:lpstr>
      <vt:lpstr>Calibri</vt:lpstr>
      <vt:lpstr>Office Theme</vt:lpstr>
      <vt:lpstr>PowerPoint 演示文稿</vt:lpstr>
      <vt:lpstr>OUTLINE</vt:lpstr>
      <vt:lpstr>Introduction</vt:lpstr>
      <vt:lpstr>                               Literature Survey</vt:lpstr>
      <vt:lpstr>                              Literature Survey</vt:lpstr>
      <vt:lpstr>                              Literature Survey</vt:lpstr>
      <vt:lpstr>                              Literature Survey</vt:lpstr>
      <vt:lpstr>                              Literature Survey</vt:lpstr>
      <vt:lpstr>Problem statement</vt:lpstr>
      <vt:lpstr>SCOPE</vt:lpstr>
      <vt:lpstr>PowerPoint 演示文稿</vt:lpstr>
      <vt:lpstr>Research Challenges</vt:lpstr>
      <vt:lpstr>Research Objectives</vt:lpstr>
      <vt:lpstr>Proposed System - Diagram</vt:lpstr>
      <vt:lpstr>PowerPoint 演示文稿</vt:lpstr>
      <vt:lpstr>Dataset</vt:lpstr>
      <vt:lpstr>                                           GUIDE APPROVAL</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Inspiration</dc:title>
  <dc:creator/>
  <cp:lastModifiedBy>vigne</cp:lastModifiedBy>
  <cp:revision>11</cp:revision>
  <dcterms:created xsi:type="dcterms:W3CDTF">2022-09-29T20:56:00Z</dcterms:created>
  <dcterms:modified xsi:type="dcterms:W3CDTF">2024-02-01T09:56:11Z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1638A2728E6E437DB53B4F96E074F2D3</vt:lpwstr>
  </property>
  <property fmtid="{D5CDD505-2E9C-101B-9397-08002B2CF9AE}" pid="3" name="KSOProductBuildVer">
    <vt:lpwstr>1033-11.2.0.11225</vt:lpwstr>
  </property>
</Properties>
</file>